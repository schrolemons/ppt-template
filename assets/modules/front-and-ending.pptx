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816e148afe41f9" /><Relationship Type="http://schemas.openxmlformats.org/officeDocument/2006/relationships/extended-properties" Target="/docProps/app.xml" Id="Rcf15a020987f4b30" /><Relationship Type="http://schemas.openxmlformats.org/officeDocument/2006/relationships/officeDocument" Target="/ppt/presentation.xml" Id="Rcef6e029fe414a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2eb17d96d4500"/>
  </p:sldMasterIdLst>
  <p:notesMasterIdLst>
    <p:notesMasterId xmlns:r="http://schemas.openxmlformats.org/officeDocument/2006/relationships" r:id="R29fee7ce75434936"/>
  </p:notesMasterIdLst>
  <p:sldIdLst>
    <p:sldId xmlns:r="http://schemas.openxmlformats.org/officeDocument/2006/relationships" id="256" r:id="Rb26f16062fac4a13"/>
    <p:sldId xmlns:r="http://schemas.openxmlformats.org/officeDocument/2006/relationships" id="257" r:id="Rc9c3beec522447a1"/>
    <p:sldId xmlns:r="http://schemas.openxmlformats.org/officeDocument/2006/relationships" id="258" r:id="R49f452fae28e4c2a"/>
    <p:sldId xmlns:r="http://schemas.openxmlformats.org/officeDocument/2006/relationships" id="259" r:id="R5bce4b1e91f249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39dee12fa5497c" /><Relationship Type="http://schemas.openxmlformats.org/officeDocument/2006/relationships/slideMaster" Target="/ppt/slideMasters/slideMaster1.xml" Id="Rd8a2eb17d96d4500" /><Relationship Type="http://schemas.openxmlformats.org/officeDocument/2006/relationships/notesMaster" Target="/ppt/notesMasters/notesMaster1.xml" Id="R29fee7ce75434936" /><Relationship Type="http://schemas.openxmlformats.org/officeDocument/2006/relationships/presProps" Target="/ppt/presProps.xml" Id="R3b29dc413c08492d" /><Relationship Type="http://schemas.openxmlformats.org/officeDocument/2006/relationships/viewProps" Target="/ppt/viewProps.xml" Id="Rb7ef7281121a421b" /><Relationship Type="http://schemas.openxmlformats.org/officeDocument/2006/relationships/tableStyles" Target="/ppt/tableStyles.xml" Id="Rf7157a85f6714f4f" /><Relationship Type="http://schemas.openxmlformats.org/officeDocument/2006/relationships/slide" Target="/ppt/slides/slide1.xml" Id="Rb26f16062fac4a13" /><Relationship Type="http://schemas.openxmlformats.org/officeDocument/2006/relationships/slide" Target="/ppt/slides/slide2.xml" Id="Rc9c3beec522447a1" /><Relationship Type="http://schemas.openxmlformats.org/officeDocument/2006/relationships/slide" Target="/ppt/slides/slide3.xml" Id="R49f452fae28e4c2a" /><Relationship Type="http://schemas.openxmlformats.org/officeDocument/2006/relationships/slide" Target="/ppt/slides/slide4.xml" Id="R5bce4b1e91f249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13896990d4f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df33f813654055" /><Relationship Type="http://schemas.openxmlformats.org/officeDocument/2006/relationships/notesMaster" Target="/ppt/notesMasters/notesMaster1.xml" Id="Rcdfd3a6d101746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8b0b737c8a4cf7" /><Relationship Type="http://schemas.openxmlformats.org/officeDocument/2006/relationships/notesMaster" Target="/ppt/notesMasters/notesMaster1.xml" Id="R3403a090143145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9828ae1314983" /><Relationship Type="http://schemas.openxmlformats.org/officeDocument/2006/relationships/notesMaster" Target="/ppt/notesMasters/notesMaster1.xml" Id="Rfc8c146e5b7d4e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7f45b1b81f4ae3" /><Relationship Type="http://schemas.openxmlformats.org/officeDocument/2006/relationships/notesMaster" Target="/ppt/notesMasters/notesMaster1.xml" Id="R8339d8199a84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本页是“封面”字段模板，显示标题、主体关系、解释层级与来源位置。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本页是“全报告定位”字段模板，显示标题、主体关系、解释层级与来源位置。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本页是“章节收束与过渡”字段模板，显示标题、主体关系、解释层级与来源位置。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本页是“最终综合”字段模板，显示标题、主体关系、解释层级与来源位置。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27e3a891042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e90f1c66b94636" /><Relationship Type="http://schemas.openxmlformats.org/officeDocument/2006/relationships/slideLayout" Target="/ppt/slideLayouts/slideLayout1.xml" Id="R85b2291a0ba448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2291a0ba448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da9932112422d" /><Relationship Type="http://schemas.openxmlformats.org/officeDocument/2006/relationships/notesSlide" Target="/ppt/notesSlides/notesSlide1.xml" Id="Re96546f4801a49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cfcdc14e748ba" /><Relationship Type="http://schemas.openxmlformats.org/officeDocument/2006/relationships/notesSlide" Target="/ppt/notesSlides/notesSlide2.xml" Id="R9901330c044842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cf51a65954224" /><Relationship Type="http://schemas.openxmlformats.org/officeDocument/2006/relationships/notesSlide" Target="/ppt/notesSlides/notesSlide3.xml" Id="R74707788207d44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f3af4ae1c4be4" /><Relationship Type="http://schemas.openxmlformats.org/officeDocument/2006/relationships/notesSlide" Target="/ppt/notesSlides/notesSlide4.xml" Id="R128ef5b30af24a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B6E3197-DFCA-44EA-A757-91722992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首尾页｜封面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307AF61-2A72-465E-90AA-9578DBD7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8096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汇报主题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副标题或范围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C33075-13F9-44AD-ACFB-D3E2E45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关键词一 · 关键词二 · 关键词三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E3B56A9-74CD-4900-B3D0-84071AE4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B0F9F39-5B6D-41FB-B60C-A98DF4DE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199" y="914400"/>
            <a:ext cx="1989221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ACADEMIC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1924ECB-5872-4B5C-9FB5-805CC3D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17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6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6C4CE"/>
                </a:solidFill>
                <a:latin typeface="Microsoft YaHei"/>
                <a:ea typeface="Microsoft YaHei"/>
                <a:cs typeface="Microsoft YaHei"/>
              </a:rPr>
              <a:t>汇报日期</a:t>
            </a:r>
            <a:endParaRPr sz="900" b="0">
              <a:solidFill>
                <a:srgbClr val="B6C4C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F381FB3-CB12-4851-A290-56D853BF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B6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6C4C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</p:spTree>
    <p:extLst>
      <p:ext uri="{BB962C8B-B14F-4D97-AF65-F5344CB8AC3E}">
        <p14:creationId xmlns:p14="http://schemas.microsoft.com/office/powerpoint/2010/main" val="15273030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70CB7B9-9EE2-4CF0-BE44-245FC446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首尾页｜全报告定位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AF9B79-CDE6-42F5-B089-34498A8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全报告定位｜页面标题</a:t>
            </a:r>
          </a:p>
        </p:txBody>
      </p:sp>
      <p:cxnSp>
        <p:nvCxnSpPr>
          <p:cNvPr id="65" name="直接箭头连接符 20"/>
          <p:cNvCxnSpPr/>
          <p:nvPr/>
        </p:nvCxnSpPr>
        <p:spPr>
          <a:xfrm xmlns:a="http://schemas.openxmlformats.org/drawingml/2006/main">
            <a:off x="457200" y="1371600"/>
            <a:ext cx="11239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6DE"/>
            </a:solidFill>
            <a:prstDash val="solid"/>
          </a:ln>
        </p:spPr>
      </p:cxnSp>
      <p:cxnSp>
        <p:nvCxnSpPr>
          <p:cNvPr id="66" name="直接箭头连接符 21"/>
          <p:cNvCxnSpPr/>
          <p:nvPr/>
        </p:nvCxnSpPr>
        <p:spPr>
          <a:xfrm xmlns:a="http://schemas.openxmlformats.org/drawingml/2006/main">
            <a:off x="1943100" y="3429000"/>
            <a:ext cx="2914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D93"/>
            </a:solidFill>
            <a:prstDash val="solid"/>
          </a:ln>
        </p:spPr>
      </p:cxnSp>
      <p:cxnSp>
        <p:nvCxnSpPr>
          <p:cNvPr id="67" name="直接箭头连接符 22"/>
          <p:cNvCxnSpPr/>
          <p:nvPr/>
        </p:nvCxnSpPr>
        <p:spPr>
          <a:xfrm xmlns:a="http://schemas.openxmlformats.org/drawingml/2006/main">
            <a:off x="5779170" y="3429000"/>
            <a:ext cx="2914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D93"/>
            </a:solidFill>
            <a:prstDash val="solid"/>
          </a:ln>
        </p:spPr>
      </p:cxn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221714B-CA75-4164-A45A-09AE8056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阶段标题 01</a:t>
            </a:r>
            <a:endParaRPr sz="180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4A043D7-163C-437C-A6E5-4A43098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3348786" cy="1127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875"/>
                </a:solidFill>
                <a:latin typeface="-apple-system"/>
                <a:ea typeface="-apple-system"/>
                <a:cs typeface="-apple-system"/>
              </a:rPr>
              <a:t>阶段说明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245CFED-9FFE-4EE6-A33B-4F53E81A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2" y="3151822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E47DD83-04A8-46E8-B5D7-8B00163D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2" y="3322267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B99FE9D-610D-426F-8A3A-EA5B6A4E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236" y="2038350"/>
            <a:ext cx="3677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阶段标题 02</a:t>
            </a:r>
            <a:endParaRPr sz="180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C5AFE1E-64A9-4381-949D-E461001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04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阶段说明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1AEB726C-60BA-4E40-831A-6E52888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097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70A5643-E309-4991-A795-8DBA793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097" y="3318027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BA9D73-DC42-4533-9938-AA99D39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阶段标题 03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67EA368-C0F3-44CA-B381-3DC0DBB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49" y="4000500"/>
            <a:ext cx="3097129" cy="63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阶段说明</a:t>
            </a:r>
          </a:p>
        </p:txBody>
      </p:sp>
      <p:sp>
        <p:nvSpPr>
          <p:cNvPr id="18" name="page-number-final">
            <a:extLst xmlns:a="http://schemas.openxmlformats.org/drawingml/2006/main">
              <a:ext uri="{FF2B5EF4-FFF2-40B4-BE49-F238E27FC236}">
                <a16:creationId xmlns:a16="http://schemas.microsoft.com/office/drawing/2014/main" id="{F2130E1A-8EC3-422E-AC06-089B31E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ED84942-99F7-4A6F-97BD-A9CFB75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68" y="5379667"/>
            <a:ext cx="1043188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本页结论 / 过渡说明</a:t>
            </a:r>
          </a:p>
        </p:txBody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20E0FBAE-B300-48D9-A1BC-A070731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074" y="3077051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3EF905D-977F-4EF3-9C31-74ADE1C4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074" y="3228878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2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29D40B7D-461E-4C7A-94C4-6040819E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2134686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8AEBC18-6F79-40FF-8AB9-00BC69B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首尾页｜章节收束与过渡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52E280-1669-45D2-B63E-C7A9C520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章节收束与过渡｜页面标题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66BE18D7-60C4-4F4E-99F7-F94FF939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DB05F72-BD38-45C1-86F6-2A446D6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19E4C71-26F5-44A8-8F5A-A6EC796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028825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3E6A5212-2F1E-4CDD-B998-EC12E5D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6E1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  <a:endParaRPr sz="1875" b="1">
              <a:solidFill>
                <a:srgbClr val="9A594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0FAF8788-5488-439E-9660-BBE8BEC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C48A0B-1A9D-4C8F-A871-A889407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66214F9D-755F-499B-B2FF-1D14BA67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883013" y="1881664"/>
            <a:ext cx="46049" cy="3456622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5DF38386-8FA2-4763-B996-C06A8FBE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98258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8AEBC18-6F79-40FF-8AB9-00BC69B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首尾页｜最终综合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52E280-1669-45D2-B63E-C7A9C520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最终综合｜页面标题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66BE18D7-60C4-4F4E-99F7-F94FF939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DB05F72-BD38-45C1-86F6-2A446D6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19E4C71-26F5-44A8-8F5A-A6EC796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028825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3E6A5212-2F1E-4CDD-B998-EC12E5D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6E1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  <a:endParaRPr sz="1875" b="1">
              <a:solidFill>
                <a:srgbClr val="9A594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0FAF8788-5488-439E-9660-BBE8BEC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C48A0B-1A9D-4C8F-A871-A889407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66214F9D-755F-499B-B2FF-1D14BA67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883013" y="1881664"/>
            <a:ext cx="46049" cy="3456622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5DF38386-8FA2-4763-B996-C06A8FBE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98258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2026-09-03T07:06:21.4600000Z</dcterms:created>
  <dcterms:modified xsi:type="dcterms:W3CDTF">2026-09-03T07:06:21.4600000Z</dcterms:modified>
</coreProperties>
</file>