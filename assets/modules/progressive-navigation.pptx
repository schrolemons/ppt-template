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daeb1552284788" /><Relationship Type="http://schemas.openxmlformats.org/officeDocument/2006/relationships/extended-properties" Target="/docProps/app.xml" Id="Rf7df1708021d4249" /><Relationship Type="http://schemas.openxmlformats.org/officeDocument/2006/relationships/officeDocument" Target="/ppt/presentation.xml" Id="R65e64a495a5b4c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ab6e0c2bf84039"/>
  </p:sldMasterIdLst>
  <p:notesMasterIdLst>
    <p:notesMasterId xmlns:r="http://schemas.openxmlformats.org/officeDocument/2006/relationships" r:id="Rf5d60c6b09194f04"/>
  </p:notesMasterIdLst>
  <p:sldIdLst>
    <p:sldId xmlns:r="http://schemas.openxmlformats.org/officeDocument/2006/relationships" id="256" r:id="R988f2df54ee24d22"/>
    <p:sldId xmlns:r="http://schemas.openxmlformats.org/officeDocument/2006/relationships" id="257" r:id="R73aff2d067f24077"/>
    <p:sldId xmlns:r="http://schemas.openxmlformats.org/officeDocument/2006/relationships" id="258" r:id="R74eb73e11bb345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61a2b9419b4503" /><Relationship Type="http://schemas.openxmlformats.org/officeDocument/2006/relationships/slideMaster" Target="/ppt/slideMasters/slideMaster1.xml" Id="Rfaab6e0c2bf84039" /><Relationship Type="http://schemas.openxmlformats.org/officeDocument/2006/relationships/notesMaster" Target="/ppt/notesMasters/notesMaster1.xml" Id="Rf5d60c6b09194f04" /><Relationship Type="http://schemas.openxmlformats.org/officeDocument/2006/relationships/presProps" Target="/ppt/presProps.xml" Id="R7686b7a336c34f3e" /><Relationship Type="http://schemas.openxmlformats.org/officeDocument/2006/relationships/viewProps" Target="/ppt/viewProps.xml" Id="R00b9142931704424" /><Relationship Type="http://schemas.openxmlformats.org/officeDocument/2006/relationships/tableStyles" Target="/ppt/tableStyles.xml" Id="R8d70817ff1064aec" /><Relationship Type="http://schemas.openxmlformats.org/officeDocument/2006/relationships/slide" Target="/ppt/slides/slide1.xml" Id="R988f2df54ee24d22" /><Relationship Type="http://schemas.openxmlformats.org/officeDocument/2006/relationships/slide" Target="/ppt/slides/slide2.xml" Id="R73aff2d067f24077" /><Relationship Type="http://schemas.openxmlformats.org/officeDocument/2006/relationships/slide" Target="/ppt/slides/slide3.xml" Id="R74eb73e11bb345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7d0054b9d24d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dd10268da94b29" /><Relationship Type="http://schemas.openxmlformats.org/officeDocument/2006/relationships/notesMaster" Target="/ppt/notesMasters/notesMaster1.xml" Id="R39f0d3b2de0c4c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591cf191c3476a" /><Relationship Type="http://schemas.openxmlformats.org/officeDocument/2006/relationships/notesMaster" Target="/ppt/notesMasters/notesMaster1.xml" Id="R605940d3e86742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856ce20bdc4af8" /><Relationship Type="http://schemas.openxmlformats.org/officeDocument/2006/relationships/notesMaster" Target="/ppt/notesMasters/notesMaster1.xml" Id="R7d96cbdbb1d945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本页是“单行变化小目录”字段模板，显示标题、主体关系、解释层级与来源位置。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本页是“多行变化小目录”字段模板，显示标题、主体关系、解释层级与来源位置。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本页是“连续子目录”字段模板，显示标题、主体关系、解释层级与来源位置。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88f33d6044e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e303d622424920" /><Relationship Type="http://schemas.openxmlformats.org/officeDocument/2006/relationships/slideLayout" Target="/ppt/slideLayouts/slideLayout1.xml" Id="R734e8d3cd98047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4e8d3cd98047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6c86bbee24a35" /><Relationship Type="http://schemas.openxmlformats.org/officeDocument/2006/relationships/notesSlide" Target="/ppt/notesSlides/notesSlide1.xml" Id="R89e4430ac7fa4c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606cd3ea5442e" /><Relationship Type="http://schemas.openxmlformats.org/officeDocument/2006/relationships/notesSlide" Target="/ppt/notesSlides/notesSlide2.xml" Id="R62f49e1b324c42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9c26f11f448ba" /><Relationship Type="http://schemas.openxmlformats.org/officeDocument/2006/relationships/notesSlide" Target="/ppt/notesSlides/notesSlide3.xml" Id="Rfd427d26a8c54a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EC6BDEC-7C75-470E-A2F7-A23FE6BC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变化的小目录｜单行变化小目录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5BC6823-6710-4118-9A74-06B541EE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单行变化小目录｜页面标题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3ECAB4-FC90-44B3-8EB1-70AD5E30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DB08254-F7C4-40BA-B51B-65F61933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4186D4-7A67-411E-9668-10D38EA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小节标题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DB052F8-91D7-4F2E-9705-345B26B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小节标题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EC1C9A6-2988-4351-BA30-99838900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小节标题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0394871-FAD3-46E0-B80E-2156F2F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小节标题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3534319-C2BE-4837-9732-B10137ED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小节标题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48D4350-7BC0-4359-921B-B6FD062B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104BC16-48DF-48AC-A17A-5FA8A8F9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896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A87275E7-7110-4A1B-8646-4948D0FA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6896100" cy="1371600"/>
          </a:xfrm>
          <a:prstGeom xmlns:a="http://schemas.openxmlformats.org/drawingml/2006/main" prst="roundRect">
            <a:avLst>
              <a:gd name="adj" fmla="val 694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FC1368-B78D-405A-9AC9-0AA45B4B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7BE0FB7-88E1-4965-B399-E14148A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86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2E147F2-A0B9-4A9C-AE52-14C25918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F2F7B74-6ACD-4B2A-85B2-033C3EA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EB87072A-B723-4924-9B6B-8F494A7E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3790950" cy="3276600"/>
          </a:xfrm>
          <a:prstGeom xmlns:a="http://schemas.openxmlformats.org/drawingml/2006/main" prst="roundRect">
            <a:avLst>
              <a:gd name="adj" fmla="val 29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457E6FD-999D-4A01-831D-C7FDB066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0E4A9A-DBE7-446B-AE09-078C564C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DDC64B7-95FF-4D80-9652-54D36702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B664D2D-FE74-405D-A2E5-341C031C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2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86ECF6AA-7915-4360-891F-764C25CB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3122404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5528914-342F-4341-A8C0-D5C4498C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变化的小目录｜多行变化小目录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8E48A3D-AEEA-4497-A2D0-71E0CFE4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多行变化小目录｜页面标题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611A1EB-E03A-4957-BCAA-72173D67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426A6DB-7985-4B47-8D72-0616B000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447728-AEC7-4C6D-84BE-13BF9E7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分组标题 A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2B4D0E0E-9AE2-4D7A-967A-80B2957D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108710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A749881-4B2F-494E-A043-DC027581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小节标题 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1694B5F-DA93-4018-8DEB-3F6DA1E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5D376F1-F061-47E4-A80B-2AB0BA57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 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4014BE7-479E-418C-AC79-DAD46963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59FF54A-63DC-4B9B-AD69-540FA9E3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217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小节标题 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4AC90DA-7894-4D22-8D30-1F385EED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4EABCFF-F711-4173-B010-6F1F147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 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DAF8E70-6BCA-4E23-B662-8E3076E0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FBE40D7-CF30-4F09-A56A-507AC80E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 04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BFEB730-7992-45DE-8FF5-64931F1F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6722BE4-5EBB-42A9-AF74-DEEEE772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 05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1D5E13B-42E6-4A65-9512-DFE42548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DB1D393-E985-47DA-A488-45EFF563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62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 06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EBD66EB-9A27-454F-8D67-236931BF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5541B6-56BB-4A8D-BF7A-3474CEBC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 07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EEF0690-D18D-4B7F-B5C2-7040D9C5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FF600AA1-70A5-472C-9616-CF423886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1108710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3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66FA35A-504D-40B7-9AD8-64260987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A61D67E-0DF9-4CD4-8269-1743F8F6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E4318E4-03DA-4B88-98AE-12DF79C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 01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706DA86-2657-4860-858A-C08AD2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F15C473-4917-41F1-99B8-9FEE6AC5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 02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A1F6D67-7651-43A5-99AE-67E5DF61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E45A20E-2AB2-4F73-86F0-EF6C3673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 03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4EDC401C-EED6-4822-86D4-9776E253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300FB494-0847-4376-9E30-A9D0B4C8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 04</a:t>
            </a:r>
          </a:p>
        </p:txBody>
      </p:sp>
      <p:sp>
        <p:nvSpPr>
          <p:cNvPr id="3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687CBF4D-789E-4192-A487-3C1C2385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8486504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BD436A3-3E0B-4B48-85E7-234DF534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变化的小目录｜连续子目录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C13F289-B5DC-44FE-A5F7-618E6A02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连续子目录｜页面标题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0D1E2B7C-DBB4-442D-87A6-B477D077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DE4A8A-766F-4DD5-8858-B3D903AD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C4340A2-52B9-40BB-A0F0-30B5C4EF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小节标题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91DC5FF-AA7D-4D65-A642-DB73F09B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小节标题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970A3F2-3355-49C2-B209-6718E4CD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小节标题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812039-1B27-4C1E-B676-3ADACBA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小节标题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9633E-F605-4B41-AC58-8C081BED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小节标题</a:t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368E7BE-36E9-4CFF-B5DC-1EDF5C25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BD2F5B0B-F0C4-4970-96A8-80106D88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051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04E8D933-AE28-4052-8A97-1AC1AD3C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D93"/>
            </a:solidFill>
            <a:prstDash val="solid"/>
          </a:ln>
        </p:spPr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1856CDD6-AE46-49AB-A5F0-C55ACCE5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CB501A-E01C-4CD0-943F-56AE7B00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09ADEA-04FF-4618-820F-7AB90488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377CA4D-BC7A-4117-B9F7-EF995E8D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078F2A1F-B37B-4862-9232-5DC40EB8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5B1595A-29E9-4C87-A306-603A588C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0CB25BA-D213-421F-8B8E-16961C8A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C8A492D-4C16-4D2B-9192-86F20AA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E89B8B90-85BD-488D-876B-26C7336E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A594D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FDCFDD1-3949-4E17-89E5-98F0201A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AC67D56-BA1B-42BB-9B8F-12D833E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FAFAEC6-6F8B-48B4-B9D5-45C75F4D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2A941D09-943F-430F-8F3B-6EEBD90F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514600" cy="1466850"/>
          </a:xfrm>
          <a:prstGeom xmlns:a="http://schemas.openxmlformats.org/drawingml/2006/main" prst="roundRect">
            <a:avLst>
              <a:gd name="adj" fmla="val 64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FA73AB8-1BF5-4627-9A90-837D84F8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F7761D-4629-4F6B-BE29-1C29D531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D7988AC-D109-4293-AF18-B6D254A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BB50C071-3AB4-4834-A65A-8588377F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5238750" cy="1504950"/>
          </a:xfrm>
          <a:prstGeom xmlns:a="http://schemas.openxmlformats.org/drawingml/2006/main" prst="roundRect">
            <a:avLst>
              <a:gd name="adj" fmla="val 63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562DDB9-0376-4453-9C14-76AF48D3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4410CB37-36B4-40E4-BAEC-B6D9CC3E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4724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7E7141BD-46C0-4D88-AFE6-13821B6C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5524500" cy="1504950"/>
          </a:xfrm>
          <a:prstGeom xmlns:a="http://schemas.openxmlformats.org/drawingml/2006/main" prst="roundRect">
            <a:avLst>
              <a:gd name="adj" fmla="val 63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4E7460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8512317-38EF-48FC-9204-CF7DBAD2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153693AD-BD5C-4A41-B6FD-3909AAF2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95850"/>
            <a:ext cx="501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576CF62-36FF-4B90-AAB4-401EB3E6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小节标题</a:t>
            </a:r>
          </a:p>
        </p:txBody>
      </p:sp>
      <p:sp>
        <p:nvSpPr>
          <p:cNvPr id="37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2383F2C6-E4CD-49A2-A15F-427F9179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312240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2026-09-03T07:06:32.2280000Z</dcterms:created>
  <dcterms:modified xsi:type="dcterms:W3CDTF">2026-09-03T07:06:32.2280000Z</dcterms:modified>
</coreProperties>
</file>