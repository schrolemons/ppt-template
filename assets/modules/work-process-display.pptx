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c3496bf0034cf2" /><Relationship Type="http://schemas.openxmlformats.org/officeDocument/2006/relationships/extended-properties" Target="/docProps/app.xml" Id="R72a57488574d4652" /><Relationship Type="http://schemas.openxmlformats.org/officeDocument/2006/relationships/officeDocument" Target="/ppt/presentation.xml" Id="R2aa5fc77ae5041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f0ca85acb54deb"/>
  </p:sldMasterIdLst>
  <p:notesMasterIdLst>
    <p:notesMasterId xmlns:r="http://schemas.openxmlformats.org/officeDocument/2006/relationships" r:id="R4b16fce9e4044952"/>
  </p:notesMasterIdLst>
  <p:sldIdLst>
    <p:sldId xmlns:r="http://schemas.openxmlformats.org/officeDocument/2006/relationships" id="256" r:id="Rc1ae486864714dd7"/>
    <p:sldId xmlns:r="http://schemas.openxmlformats.org/officeDocument/2006/relationships" id="257" r:id="Ra3429756ce994120"/>
    <p:sldId xmlns:r="http://schemas.openxmlformats.org/officeDocument/2006/relationships" id="258" r:id="Rc11936e145a14de4"/>
    <p:sldId xmlns:r="http://schemas.openxmlformats.org/officeDocument/2006/relationships" id="259" r:id="R9737d9ab4dbe45c6"/>
    <p:sldId xmlns:r="http://schemas.openxmlformats.org/officeDocument/2006/relationships" id="260" r:id="Re4dc1783b7f34c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01c3964b774df8" /><Relationship Type="http://schemas.openxmlformats.org/officeDocument/2006/relationships/slideMaster" Target="/ppt/slideMasters/slideMaster1.xml" Id="R4ff0ca85acb54deb" /><Relationship Type="http://schemas.openxmlformats.org/officeDocument/2006/relationships/notesMaster" Target="/ppt/notesMasters/notesMaster1.xml" Id="R4b16fce9e4044952" /><Relationship Type="http://schemas.openxmlformats.org/officeDocument/2006/relationships/presProps" Target="/ppt/presProps.xml" Id="R72e8674c41d84e64" /><Relationship Type="http://schemas.openxmlformats.org/officeDocument/2006/relationships/viewProps" Target="/ppt/viewProps.xml" Id="R201d9e160cfe41d7" /><Relationship Type="http://schemas.openxmlformats.org/officeDocument/2006/relationships/tableStyles" Target="/ppt/tableStyles.xml" Id="R0e42333cb4914dea" /><Relationship Type="http://schemas.openxmlformats.org/officeDocument/2006/relationships/slide" Target="/ppt/slides/slide1.xml" Id="Rc1ae486864714dd7" /><Relationship Type="http://schemas.openxmlformats.org/officeDocument/2006/relationships/slide" Target="/ppt/slides/slide2.xml" Id="Ra3429756ce994120" /><Relationship Type="http://schemas.openxmlformats.org/officeDocument/2006/relationships/slide" Target="/ppt/slides/slide3.xml" Id="Rc11936e145a14de4" /><Relationship Type="http://schemas.openxmlformats.org/officeDocument/2006/relationships/slide" Target="/ppt/slides/slide4.xml" Id="R9737d9ab4dbe45c6" /><Relationship Type="http://schemas.openxmlformats.org/officeDocument/2006/relationships/slide" Target="/ppt/slides/slide5.xml" Id="Re4dc1783b7f34c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ba86ae3da64b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c6f64a7b464d6f" /><Relationship Type="http://schemas.openxmlformats.org/officeDocument/2006/relationships/notesMaster" Target="/ppt/notesMasters/notesMaster1.xml" Id="R1025de957e7042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4bc11cdc364245" /><Relationship Type="http://schemas.openxmlformats.org/officeDocument/2006/relationships/notesMaster" Target="/ppt/notesMasters/notesMaster1.xml" Id="R4960569c767c41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b406e32b914dfd" /><Relationship Type="http://schemas.openxmlformats.org/officeDocument/2006/relationships/notesMaster" Target="/ppt/notesMasters/notesMaster1.xml" Id="R2ca59aae782c4e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a0dcf2fad34f47" /><Relationship Type="http://schemas.openxmlformats.org/officeDocument/2006/relationships/notesMaster" Target="/ppt/notesMasters/notesMaster1.xml" Id="Re9cfb7739a6c49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6fc08f55f84166" /><Relationship Type="http://schemas.openxmlformats.org/officeDocument/2006/relationships/notesMaster" Target="/ppt/notesMasters/notesMaster1.xml" Id="Rdfb785bd51da49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本页是“四步过程”字段模板，显示标题、主体关系、解释层级与来源位置。</a:t>
            </a:r>
          </a:p>
          <a:p xmlns:a="http://schemas.openxmlformats.org/drawingml/2006/main">
            <a:r>
              <a:t>生成实际汇报时，使用指定原文中的完整、易读语言替换引导词，并保持当前字段顺序与视觉层级。</a:t>
            </a:r>
            <a:endParaRPr/>
          </a:p>
          <a:p xmlns:a="http://schemas.openxmlformats.org/drawingml/2006/main">
            <a:r>
              <a:t>若原文不支持该字段关系，应拆页或选择匹配模块，不得为填满模板补写来源外事实。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版式来源：assets/reference.pptx，源幻灯片 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本页是“七 / 八步过程”字段模板，显示标题、主体关系、解释层级与来源位置。</a:t>
            </a:r>
          </a:p>
          <a:p xmlns:a="http://schemas.openxmlformats.org/drawingml/2006/main">
            <a:r>
              <a:t>生成实际汇报时，使用指定原文中的完整、易读语言替换引导词，并保持当前字段顺序与视觉层级。</a:t>
            </a:r>
            <a:endParaRPr/>
          </a:p>
          <a:p xmlns:a="http://schemas.openxmlformats.org/drawingml/2006/main">
            <a:r>
              <a:t>若原文不支持该字段关系，应拆页或选择匹配模块，不得为填满模板补写来源外事实。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版式来源：assets/reference.pptx，源幻灯片 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本页是“双通道过程”字段模板，显示标题、主体关系、解释层级与来源位置。</a:t>
            </a:r>
          </a:p>
          <a:p xmlns:a="http://schemas.openxmlformats.org/drawingml/2006/main">
            <a:r>
              <a:t>生成实际汇报时，使用指定原文中的完整、易读语言替换引导词，并保持当前字段顺序与视觉层级。</a:t>
            </a:r>
            <a:endParaRPr/>
          </a:p>
          <a:p xmlns:a="http://schemas.openxmlformats.org/drawingml/2006/main">
            <a:r>
              <a:t>若原文不支持该字段关系，应拆页或选择匹配模块，不得为填满模板补写来源外事实。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版式来源：assets/reference.pptx，源幻灯片 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本页是“阶段矩阵”字段模板，显示标题、主体关系、解释层级与来源位置。</a:t>
            </a:r>
          </a:p>
          <a:p xmlns:a="http://schemas.openxmlformats.org/drawingml/2006/main">
            <a:r>
              <a:t>生成实际汇报时，使用指定原文中的完整、易读语言替换引导词，并保持当前字段顺序与视觉层级。</a:t>
            </a:r>
            <a:endParaRPr/>
          </a:p>
          <a:p xmlns:a="http://schemas.openxmlformats.org/drawingml/2006/main">
            <a:r>
              <a:t>若原文不支持该字段关系，应拆页或选择匹配模块，不得为填满模板补写来源外事实。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版式来源：assets/reference.pptx，源幻灯片 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本页是“输入—处理—输出”字段模板，显示标题、主体关系、解释层级与来源位置。</a:t>
            </a:r>
          </a:p>
          <a:p xmlns:a="http://schemas.openxmlformats.org/drawingml/2006/main">
            <a:r>
              <a:t>生成实际汇报时，使用指定原文中的完整、易读语言替换引导词，并保持当前字段顺序与视觉层级。</a:t>
            </a:r>
            <a:endParaRPr/>
          </a:p>
          <a:p xmlns:a="http://schemas.openxmlformats.org/drawingml/2006/main">
            <a:r>
              <a:t>若原文不支持该字段关系，应拆页或选择匹配模块，不得为填满模板补写来源外事实。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版式来源：assets/reference.pptx，源幻灯片 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e482d2a62940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c86d292f474e51" /><Relationship Type="http://schemas.openxmlformats.org/officeDocument/2006/relationships/slideLayout" Target="/ppt/slideLayouts/slideLayout1.xml" Id="R527e1488a10341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7e1488a10341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d240dfbf9485e" /><Relationship Type="http://schemas.openxmlformats.org/officeDocument/2006/relationships/notesSlide" Target="/ppt/notesSlides/notesSlide1.xml" Id="Red4087263fc940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7f176358742a6" /><Relationship Type="http://schemas.openxmlformats.org/officeDocument/2006/relationships/notesSlide" Target="/ppt/notesSlides/notesSlide2.xml" Id="R9e8d6ddfcfdb42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961d1ce31401a" /><Relationship Type="http://schemas.openxmlformats.org/officeDocument/2006/relationships/notesSlide" Target="/ppt/notesSlides/notesSlide3.xml" Id="R023cf4fec5034b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fdb1de3bf4738" /><Relationship Type="http://schemas.openxmlformats.org/officeDocument/2006/relationships/notesSlide" Target="/ppt/notesSlides/notesSlide4.xml" Id="R37e6605248aa42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cc791186424875" /><Relationship Type="http://schemas.openxmlformats.org/officeDocument/2006/relationships/notesSlide" Target="/ppt/notesSlides/notesSlide5.xml" Id="R0dbf623ffc8f46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6BD436A3-3E0B-4B48-85E7-234DF534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工作过程介绍｜四步过程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C13F289-B5DC-44FE-A5F7-618E6A02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四步过程｜页面标题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0D1E2B7C-DBB4-442D-87A6-B477D077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3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DE4A8A-766F-4DD5-8858-B3D903AD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页码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C4340A2-52B9-40BB-A0F0-30B5C4EF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01  小节标题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91DC5FF-AA7D-4D65-A642-DB73F09B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  小节标题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970A3F2-3355-49C2-B209-6718E4CD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03  小节标题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3812039-1B27-4C1E-B676-3ADACBA7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04  小节标题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1A9633E-F605-4B41-AC58-8C081BED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05  小节标题</a:t>
            </a:r>
          </a:p>
        </p:txBody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E368E7BE-36E9-4CFF-B5DC-1EDF5C25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05150"/>
            <a:ext cx="4000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D93"/>
            </a:solidFill>
            <a:prstDash val="solid"/>
          </a:ln>
        </p:spPr>
      </p:sp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BD2F5B0B-F0C4-4970-96A8-80106D88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05150"/>
            <a:ext cx="4000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D93"/>
            </a:solidFill>
            <a:prstDash val="solid"/>
          </a:ln>
        </p:spPr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04E8D933-AE28-4052-8A97-1AC1AD3C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05150"/>
            <a:ext cx="4000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D93"/>
            </a:solidFill>
            <a:prstDash val="solid"/>
          </a:ln>
        </p:spPr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1856CDD6-AE46-49AB-A5F0-C55ACCE5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2514600" cy="1466850"/>
          </a:xfrm>
          <a:prstGeom xmlns:a="http://schemas.openxmlformats.org/drawingml/2006/main" prst="roundRect">
            <a:avLst>
              <a:gd name="adj" fmla="val 649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5CB501A-E01C-4CD0-943F-56AE7B00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D09ADEA-04FF-4618-820F-7AB90488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步骤标题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377CA4D-BC7A-4117-B9F7-EF995E8D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步骤标题</a:t>
            </a:r>
          </a:p>
        </p:txBody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078F2A1F-B37B-4862-9232-5DC40EB8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00300"/>
            <a:ext cx="2514600" cy="1466850"/>
          </a:xfrm>
          <a:prstGeom xmlns:a="http://schemas.openxmlformats.org/drawingml/2006/main" prst="roundRect">
            <a:avLst>
              <a:gd name="adj" fmla="val 649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E5B1595A-29E9-4C87-A306-603A588C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00CB25BA-D213-421F-8B8E-16961C8A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956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步骤标题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8C8A492D-4C16-4D2B-9192-86F20AA7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步骤标题</a:t>
            </a:r>
          </a:p>
        </p:txBody>
      </p:sp>
      <p:sp>
        <p:nvSpPr>
          <p:cNvPr id="21" name="矩形: 圆角 20">
            <a:extLst xmlns:a="http://schemas.openxmlformats.org/drawingml/2006/main">
              <a:ext uri="{FF2B5EF4-FFF2-40B4-BE49-F238E27FC236}">
                <a16:creationId xmlns:a16="http://schemas.microsoft.com/office/drawing/2014/main" id="{E89B8B90-85BD-488D-876B-26C7336E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00300"/>
            <a:ext cx="2514600" cy="1466850"/>
          </a:xfrm>
          <a:prstGeom xmlns:a="http://schemas.openxmlformats.org/drawingml/2006/main" prst="roundRect">
            <a:avLst>
              <a:gd name="adj" fmla="val 649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9A594D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FDCFDD1-3949-4E17-89E5-98F0201A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717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9AC67D56-BA1B-42BB-9B8F-12D833E6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步骤标题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2FAFAEC6-6F8B-48B4-B9D5-45C75F4D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步骤标题</a:t>
            </a:r>
          </a:p>
        </p:txBody>
      </p:sp>
      <p:sp>
        <p:nvSpPr>
          <p:cNvPr id="25" name="矩形: 圆角 24">
            <a:extLst xmlns:a="http://schemas.openxmlformats.org/drawingml/2006/main">
              <a:ext uri="{FF2B5EF4-FFF2-40B4-BE49-F238E27FC236}">
                <a16:creationId xmlns:a16="http://schemas.microsoft.com/office/drawing/2014/main" id="{2A941D09-943F-430F-8F3B-6EEBD90F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00300"/>
            <a:ext cx="2514600" cy="1466850"/>
          </a:xfrm>
          <a:prstGeom xmlns:a="http://schemas.openxmlformats.org/drawingml/2006/main" prst="roundRect">
            <a:avLst>
              <a:gd name="adj" fmla="val 649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6FA73AB8-1BF5-4627-9A90-837D84F8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717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3BF7761D-4629-4F6B-BE29-1C29D531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956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步骤标题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5D7988AC-D109-4293-AF18-B6D254A0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3375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步骤标题</a:t>
            </a:r>
          </a:p>
        </p:txBody>
      </p:sp>
      <p:sp>
        <p:nvSpPr>
          <p:cNvPr id="29" name="矩形: 圆角 28">
            <a:extLst xmlns:a="http://schemas.openxmlformats.org/drawingml/2006/main">
              <a:ext uri="{FF2B5EF4-FFF2-40B4-BE49-F238E27FC236}">
                <a16:creationId xmlns:a16="http://schemas.microsoft.com/office/drawing/2014/main" id="{BB50C071-3AB4-4834-A65A-8588377F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48150"/>
            <a:ext cx="5238750" cy="1504950"/>
          </a:xfrm>
          <a:prstGeom xmlns:a="http://schemas.openxmlformats.org/drawingml/2006/main" prst="roundRect">
            <a:avLst>
              <a:gd name="adj" fmla="val 632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3562DDB9-0376-4453-9C14-76AF48D3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步骤标题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4410CB37-36B4-40E4-BAEC-B6D9CC3E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4724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步骤说明</a:t>
            </a:r>
          </a:p>
        </p:txBody>
      </p:sp>
      <p:sp>
        <p:nvSpPr>
          <p:cNvPr id="32" name="矩形: 圆角 31">
            <a:extLst xmlns:a="http://schemas.openxmlformats.org/drawingml/2006/main">
              <a:ext uri="{FF2B5EF4-FFF2-40B4-BE49-F238E27FC236}">
                <a16:creationId xmlns:a16="http://schemas.microsoft.com/office/drawing/2014/main" id="{7E7141BD-46C0-4D88-AFE6-13821B6C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48150"/>
            <a:ext cx="5524500" cy="1504950"/>
          </a:xfrm>
          <a:prstGeom xmlns:a="http://schemas.openxmlformats.org/drawingml/2006/main" prst="roundRect">
            <a:avLst>
              <a:gd name="adj" fmla="val 632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4E7460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18512317-38EF-48FC-9204-CF7DBAD2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76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E74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E7460"/>
                </a:solidFill>
                <a:latin typeface="Microsoft YaHei"/>
                <a:ea typeface="Microsoft YaHei"/>
                <a:cs typeface="Microsoft YaHei"/>
              </a:rPr>
              <a:t>步骤标题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153693AD-BD5C-4A41-B6FD-3909AAF2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95850"/>
            <a:ext cx="5010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步骤说明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C576CF62-36FF-4B90-AAB4-401EB3E6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1074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步骤标题</a:t>
            </a:r>
          </a:p>
        </p:txBody>
      </p:sp>
      <p:sp>
        <p:nvSpPr>
          <p:cNvPr id="37" name="source-footer-placeholder">
            <a:extLst xmlns:a="http://schemas.openxmlformats.org/drawingml/2006/main">
              <a:ext uri="{FF2B5EF4-FFF2-40B4-BE49-F238E27FC236}">
                <a16:creationId xmlns:a16="http://schemas.microsoft.com/office/drawing/2014/main" id="{2383F2C6-E4CD-49A2-A15F-427F9179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rPr>
              <a:t>Source: 来源文件｜章节｜页码或链接</a:t>
            </a:r>
          </a:p>
        </p:txBody>
      </p:sp>
    </p:spTree>
    <p:extLst>
      <p:ext uri="{BB962C8B-B14F-4D97-AF65-F5344CB8AC3E}">
        <p14:creationId xmlns:p14="http://schemas.microsoft.com/office/powerpoint/2010/main" val="3122404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69AF1650-56EC-4472-A12D-0433E16C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工作过程介绍｜七 / 八步过程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69EF034-D07B-4C9C-AE1C-A6ABAEBC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七 / 八步过程｜页面标题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8CCD1FB3-69FA-4B79-A086-B48A33BD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3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848E9BF-3B09-4A69-A173-C8B5E19A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页码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9735FC6-5DDA-4E04-B07C-810CA967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01  小节标题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A81461E-002A-4CCB-9181-77DFB78F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02  小节标题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B996AF7-10F4-4801-BB2D-3BA30FEA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  小节标题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57B0E6A-7F43-4BBA-87F1-30783C1C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04  小节标题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2ADDADD-57A2-4402-8DC0-D338D0F1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05  小节标题</a:t>
            </a:r>
          </a:p>
        </p:txBody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B3284CA-E44C-42CF-9A8C-28113E3B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181350"/>
            <a:ext cx="152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D93"/>
            </a:solidFill>
            <a:prstDash val="solid"/>
          </a:ln>
        </p:spPr>
      </p:sp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61C464E-9165-40BE-83EE-C086CFBA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81350"/>
            <a:ext cx="152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D93"/>
            </a:solidFill>
            <a:prstDash val="solid"/>
          </a:ln>
        </p:spPr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25CBC4AA-17B1-4B8F-B609-6F2D819C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181350"/>
            <a:ext cx="152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D93"/>
            </a:solidFill>
            <a:prstDash val="solid"/>
          </a:ln>
        </p:spPr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EA8D7C58-D3A7-4B56-8A41-56F83B77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81350"/>
            <a:ext cx="152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D93"/>
            </a:solidFill>
            <a:prstDash val="solid"/>
          </a:ln>
        </p:spPr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A418BCB3-DAEE-40AA-A7D7-DF255176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81350"/>
            <a:ext cx="152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D93"/>
            </a:solidFill>
            <a:prstDash val="solid"/>
          </a:ln>
        </p:spPr>
      </p:sp>
      <p:sp>
        <p:nvSpPr>
          <p:cNvPr id="15" name="直接连接符 14">
            <a:extLst xmlns:a="http://schemas.openxmlformats.org/drawingml/2006/main">
              <a:ext uri="{FF2B5EF4-FFF2-40B4-BE49-F238E27FC236}">
                <a16:creationId xmlns:a16="http://schemas.microsoft.com/office/drawing/2014/main" id="{3758BCE4-25E1-4574-BF7B-C3C9D6ED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181350"/>
            <a:ext cx="152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594D"/>
            </a:solidFill>
            <a:prstDash val="solid"/>
          </a:ln>
        </p:spPr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A25E9F27-8A2E-4980-BDED-BAD23DF6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38400"/>
            <a:ext cx="1428750" cy="15811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9054221-A808-4072-91FD-A49D0B29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88FF94E7-EB85-4535-B58E-5C800214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步骤标题</a:t>
            </a:r>
            <a:endParaRPr sz="1350" b="1">
              <a:solidFill>
                <a:srgbClr val="1720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F753490-8302-4014-B375-2778DF93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162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步骤标题</a:t>
            </a:r>
            <a:endParaRPr sz="1088" b="1">
              <a:solidFill>
                <a:srgbClr val="5C687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矩形: 圆角 19">
            <a:extLst xmlns:a="http://schemas.openxmlformats.org/drawingml/2006/main">
              <a:ext uri="{FF2B5EF4-FFF2-40B4-BE49-F238E27FC236}">
                <a16:creationId xmlns:a16="http://schemas.microsoft.com/office/drawing/2014/main" id="{A1990323-1349-480D-A8D8-D3981CD7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38400"/>
            <a:ext cx="1428750" cy="15811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EC37E779-731E-4F15-B173-AFBBB8C5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098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3F8AA5B-CA9B-488C-8314-FCD25B8C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9527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步骤标题</a:t>
            </a:r>
            <a:endParaRPr sz="1350" b="1">
              <a:solidFill>
                <a:srgbClr val="1720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E4C8CD22-884D-4422-9CD3-22808649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90900"/>
            <a:ext cx="1162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步骤标题</a:t>
            </a:r>
          </a:p>
        </p:txBody>
      </p:sp>
      <p:sp>
        <p:nvSpPr>
          <p:cNvPr id="24" name="矩形: 圆角 23">
            <a:extLst xmlns:a="http://schemas.openxmlformats.org/drawingml/2006/main">
              <a:ext uri="{FF2B5EF4-FFF2-40B4-BE49-F238E27FC236}">
                <a16:creationId xmlns:a16="http://schemas.microsoft.com/office/drawing/2014/main" id="{EE2AD78F-C869-40D3-92EB-FD548129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38400"/>
            <a:ext cx="1428750" cy="15811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E2EF10EC-E19A-4131-BC3C-6CA4CCD3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6098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2EF11FFD-8942-4111-BFC7-EA815A8B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527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步骤标题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BCF067B6-09C1-4D10-B938-96239731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90900"/>
            <a:ext cx="1162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步骤标题</a:t>
            </a:r>
          </a:p>
        </p:txBody>
      </p:sp>
      <p:sp>
        <p:nvSpPr>
          <p:cNvPr id="28" name="矩形: 圆角 27">
            <a:extLst xmlns:a="http://schemas.openxmlformats.org/drawingml/2006/main">
              <a:ext uri="{FF2B5EF4-FFF2-40B4-BE49-F238E27FC236}">
                <a16:creationId xmlns:a16="http://schemas.microsoft.com/office/drawing/2014/main" id="{A383185F-0C8E-49AB-AE09-862F1F76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38400"/>
            <a:ext cx="1428750" cy="15811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B79E64A9-524D-4E3C-955C-525766B3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6098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6F7E142C-1BBF-43E7-8914-1628A790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527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步骤标题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BC561196-E899-4F6A-A535-D0F36ED4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390900"/>
            <a:ext cx="1162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步骤标题</a:t>
            </a:r>
          </a:p>
        </p:txBody>
      </p:sp>
      <p:sp>
        <p:nvSpPr>
          <p:cNvPr id="32" name="矩形: 圆角 31">
            <a:extLst xmlns:a="http://schemas.openxmlformats.org/drawingml/2006/main">
              <a:ext uri="{FF2B5EF4-FFF2-40B4-BE49-F238E27FC236}">
                <a16:creationId xmlns:a16="http://schemas.microsoft.com/office/drawing/2014/main" id="{5B22583B-A1AD-4C6A-AB3A-D0EB4F3E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38400"/>
            <a:ext cx="1428750" cy="15811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78BCD798-F693-4FCD-8AED-41D01E43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098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7FA79FEA-A851-4740-AB9E-464DCA9F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527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步骤标题</a:t>
            </a:r>
            <a:endParaRPr sz="1350" b="1">
              <a:solidFill>
                <a:srgbClr val="1720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01198E15-152C-4DAD-A0E7-159025A5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90900"/>
            <a:ext cx="1162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步骤标题</a:t>
            </a:r>
          </a:p>
        </p:txBody>
      </p:sp>
      <p:sp>
        <p:nvSpPr>
          <p:cNvPr id="36" name="矩形: 圆角 35">
            <a:extLst xmlns:a="http://schemas.openxmlformats.org/drawingml/2006/main">
              <a:ext uri="{FF2B5EF4-FFF2-40B4-BE49-F238E27FC236}">
                <a16:creationId xmlns:a16="http://schemas.microsoft.com/office/drawing/2014/main" id="{7CCF455D-3996-4F16-8AB6-F5CE8CB6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38400"/>
            <a:ext cx="1428750" cy="15811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3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2B9DC9CC-E1E9-462D-898A-3A1CCE35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098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C651BCD5-FE60-45B5-9348-B3A707A0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527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步骤标题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990BCF45-EBD3-4482-8C6A-7873A6CF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390900"/>
            <a:ext cx="1162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步骤标题</a:t>
            </a:r>
          </a:p>
        </p:txBody>
      </p:sp>
      <p:sp>
        <p:nvSpPr>
          <p:cNvPr id="40" name="矩形: 圆角 39">
            <a:extLst xmlns:a="http://schemas.openxmlformats.org/drawingml/2006/main">
              <a:ext uri="{FF2B5EF4-FFF2-40B4-BE49-F238E27FC236}">
                <a16:creationId xmlns:a16="http://schemas.microsoft.com/office/drawing/2014/main" id="{6260218D-AF33-4AE0-B835-D69E76C0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38400"/>
            <a:ext cx="1428750" cy="15811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7B28F648-A6A2-4CEC-84D4-36E26B07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098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E2C34E5A-29D3-451F-9B37-AC73A857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9527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步骤标题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B3BEC4E7-0961-4528-9CE5-A3E869BA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390900"/>
            <a:ext cx="1162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步骤标题</a:t>
            </a:r>
          </a:p>
        </p:txBody>
      </p:sp>
      <p:sp>
        <p:nvSpPr>
          <p:cNvPr id="44" name="矩形: 圆角 43">
            <a:extLst xmlns:a="http://schemas.openxmlformats.org/drawingml/2006/main">
              <a:ext uri="{FF2B5EF4-FFF2-40B4-BE49-F238E27FC236}">
                <a16:creationId xmlns:a16="http://schemas.microsoft.com/office/drawing/2014/main" id="{95F1C812-EAF0-4E3F-AE85-B3794DD0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00550"/>
            <a:ext cx="110299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204FBEA4-D32C-481E-BFD6-C3ABC86B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48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步骤标题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3FA566C0-6C11-4D8B-822C-64677132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72000"/>
            <a:ext cx="876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步骤标题</a:t>
            </a:r>
          </a:p>
        </p:txBody>
      </p:sp>
      <p:sp>
        <p:nvSpPr>
          <p:cNvPr id="49" name="source-footer-placeholder">
            <a:extLst xmlns:a="http://schemas.openxmlformats.org/drawingml/2006/main">
              <a:ext uri="{FF2B5EF4-FFF2-40B4-BE49-F238E27FC236}">
                <a16:creationId xmlns:a16="http://schemas.microsoft.com/office/drawing/2014/main" id="{7D03F808-D68C-471E-A4C1-503D8760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rPr>
              <a:t>Source: 来源文件｜章节｜页码或链接</a:t>
            </a:r>
          </a:p>
        </p:txBody>
      </p:sp>
    </p:spTree>
    <p:extLst>
      <p:ext uri="{BB962C8B-B14F-4D97-AF65-F5344CB8AC3E}">
        <p14:creationId xmlns:p14="http://schemas.microsoft.com/office/powerpoint/2010/main" val="14200683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05528914-342F-4341-A8C0-D5C4498C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工作过程介绍｜双通道过程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8E48A3D-AEEA-4497-A2D0-71E0CFE4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双通道过程｜页面标题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E611A1EB-E03A-4957-BCAA-72173D67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3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426A6DB-7985-4B47-8D72-0616B000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页码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6447728-AEC7-4C6D-84BE-13BF9E77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分组标题 A</a:t>
            </a:r>
          </a:p>
        </p:txBody>
      </p:sp>
      <p:sp>
        <p:nvSpPr>
          <p:cNvPr id="6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2B4D0E0E-9AE2-4D7A-967A-80B2957D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11087100" cy="1752600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A749881-4B2F-494E-A043-DC027581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步骤标题 01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1694B5F-DA93-4018-8DEB-3F6DA1E6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5D376F1-F061-47E4-A80B-2AB0BA57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4795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步骤标题 01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E4014BE7-479E-418C-AC79-DAD46963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67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59FF54A-63DC-4B9B-AD69-540FA9E3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4795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步骤标题 02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4AC90DA-7894-4D22-8D30-1F385EED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4EABCFF-F711-4173-B010-6F1F1476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4795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步骤标题 03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DAF8E70-6BCA-4E23-B662-8E3076E0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67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FBE40D7-CF30-4F09-A56A-507AC80E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4795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步骤标题 04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BFEB730-7992-45DE-8FF5-64931F1F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6722BE4-5EBB-42A9-AF74-DEEEE772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6230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步骤标题 05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D1D5E13B-42E6-4A65-9512-DFE42548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813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DB1D393-E985-47DA-A488-45EFF563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6230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阶段输出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EBD66EB-9A27-454F-8D67-236931BF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813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45541B6-56BB-4A8D-BF7A-3474CEBC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6230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进入下一阶段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4EEF0690-D18D-4B7F-B5C2-7040D9C5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步骤标题</a:t>
            </a:r>
          </a:p>
        </p:txBody>
      </p:sp>
      <p:sp>
        <p:nvSpPr>
          <p:cNvPr id="23" name="矩形: 圆角 22">
            <a:extLst xmlns:a="http://schemas.openxmlformats.org/drawingml/2006/main">
              <a:ext uri="{FF2B5EF4-FFF2-40B4-BE49-F238E27FC236}">
                <a16:creationId xmlns:a16="http://schemas.microsoft.com/office/drawing/2014/main" id="{FF600AA1-70A5-472C-9616-CF423886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9600"/>
            <a:ext cx="11087100" cy="1581150"/>
          </a:xfrm>
          <a:prstGeom xmlns:a="http://schemas.openxmlformats.org/drawingml/2006/main" prst="roundRect">
            <a:avLst>
              <a:gd name="adj" fmla="val 6024"/>
            </a:avLst>
          </a:prstGeom>
          <a:solidFill xmlns:a="http://schemas.openxmlformats.org/drawingml/2006/main">
            <a:srgbClr val="F3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166FA35A-504D-40B7-9AD8-64260987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1A61D67E-0DF9-4CD4-8269-1743F8F6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CE4318E4-03DA-4B88-98AE-12DF79C5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F706DA86-2657-4860-858A-C08AD2A2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1435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FF15C473-4917-41F1-99B8-9FEE6AC5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1244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步骤标题 01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3A1F6D67-7651-43A5-99AE-67E5DF61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1435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7E45A20E-2AB2-4F73-86F0-EF6C3673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244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步骤标题 02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4EDC401C-EED6-4822-86D4-9776E253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1435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300FB494-0847-4376-9E30-A9D0B4C8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1244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34" name="source-footer-placeholder">
            <a:extLst xmlns:a="http://schemas.openxmlformats.org/drawingml/2006/main">
              <a:ext uri="{FF2B5EF4-FFF2-40B4-BE49-F238E27FC236}">
                <a16:creationId xmlns:a16="http://schemas.microsoft.com/office/drawing/2014/main" id="{687CBF4D-789E-4192-A487-3C1C2385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rPr>
              <a:t>Source: 来源文件｜章节｜页码或链接</a:t>
            </a:r>
          </a:p>
        </p:txBody>
      </p:sp>
    </p:spTree>
    <p:extLst>
      <p:ext uri="{BB962C8B-B14F-4D97-AF65-F5344CB8AC3E}">
        <p14:creationId xmlns:p14="http://schemas.microsoft.com/office/powerpoint/2010/main" val="8486504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F2D8473-C09D-4911-9C6D-F1B7BC77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工作过程介绍｜阶段矩阵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4144B8D-E596-4BBE-B97A-8CFA695D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阶段矩阵｜页面标题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793F6924-77AF-4D60-8AFC-B71FBE6D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3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40CAD71-A994-4C50-A9BE-B2357B78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页码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F880248-9150-48C1-8D31-797B90C0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605643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01  小节标题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89AF0B9-F36B-44D3-8002-FFEE8633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447800"/>
            <a:ext cx="1605643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  小节标题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1635750-A6EA-4DD4-A3FC-2BFB4AB1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8486" y="1447800"/>
            <a:ext cx="1605643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03  小节标题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61DD514-E203-463A-8672-CB830749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4129" y="1447800"/>
            <a:ext cx="1605643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04  小节标题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4C338EA-4354-44D5-9FED-2C7A0E70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9771" y="1447800"/>
            <a:ext cx="1605643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05  小节标题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590D896-EF32-4BCC-B22B-752D5263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414" y="1447800"/>
            <a:ext cx="1605643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06  小节标题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CD5A46E-96BF-4867-BD4A-C7888937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1057" y="1447800"/>
            <a:ext cx="1605643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07  小节标题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089BF12-EE07-490C-AED0-D32B6CDC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背景与原因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7E6B72ED-5F88-478B-A233-F5DD19D1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3143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背景说明</a:t>
            </a:r>
          </a:p>
        </p:txBody>
      </p:sp>
      <p:graphicFrame>
        <p:nvGraphicFramePr>
          <p:cNvPr id="35" name="表格 33"/>
          <p:cNvGraphicFramePr/>
          <p:nvPr/>
        </p:nvGraphicFramePr>
        <p:xfrm>
          <a:off xmlns:a="http://schemas.openxmlformats.org/drawingml/2006/main" x="4000500" y="2076450"/>
          <a:ext xmlns:a="http://schemas.openxmlformats.org/drawingml/2006/main" cx="7677150" cy="39624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216182"/>
                <a:gridCol w="2052307"/>
                <a:gridCol w="2356353"/>
                <a:gridCol w="2052307"/>
              </a:tblGrid>
              <a:tr h="3429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66675" marR="66675" marT="47625" marB="47625" anchor="ctr">
                    <a:solidFill>
                      <a:srgbClr val="0F5D7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参与模块 / 数据</a:t>
                      </a:r>
                    </a:p>
                  </a:txBody>
                  <a:tcPr marL="66675" marR="66675" marT="47625" marB="47625" anchor="ctr">
                    <a:solidFill>
                      <a:srgbClr val="0F5D7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更新 / 冻结 / 保留 / 移除</a:t>
                      </a:r>
                    </a:p>
                  </a:txBody>
                  <a:tcPr marL="66675" marR="66675" marT="47625" marB="47625" anchor="ctr">
                    <a:solidFill>
                      <a:srgbClr val="0F5D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输出与下一阶段</a:t>
                      </a:r>
                    </a:p>
                  </a:txBody>
                  <a:tcPr marL="91440" marR="91440" marT="45720" marB="45720" anchor="ctr">
                    <a:solidFill>
                      <a:srgbClr val="0F5D73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阶段标题 01</a:t>
                      </a:r>
                      <a:endParaRPr sz="1013" b="1">
                        <a:solidFill>
                          <a:schemeClr val="bg1">
                            <a:lumMod val="65000"/>
                          </a:schemeClr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76200" marB="762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参与项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状态说明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746"/>
                          </a:solidFill>
                        </a:rPr>
                        <a:t>阶段输出</a:t>
                      </a:r>
                    </a:p>
                  </a:txBody>
                  <a:tcPr marL="95250" marR="95250" marT="76200" marB="76200" anchor="ctr"/>
                </a:tc>
              </a:tr>
              <a:tr h="904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阶段标题 02</a:t>
                      </a:r>
                      <a:endParaRPr sz="1013" b="1">
                        <a:solidFill>
                          <a:srgbClr val="17202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76200" marB="76200" anchor="ctr">
                    <a:solidFill>
                      <a:srgbClr val="DFE9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参与项</a:t>
                      </a:r>
                    </a:p>
                  </a:txBody>
                  <a:tcPr marL="95250" marR="95250" marT="76200" marB="7620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状态说明</a:t>
                      </a:r>
                    </a:p>
                  </a:txBody>
                  <a:tcPr marL="95250" marR="95250" marT="76200" marB="7620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746"/>
                          </a:solidFill>
                        </a:rPr>
                        <a:t>阶段输出</a:t>
                      </a:r>
                    </a:p>
                  </a:txBody>
                  <a:tcPr marL="95250" marR="95250" marT="76200" marB="76200" anchor="ctr"/>
                </a:tc>
              </a:tr>
              <a:tr h="904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阶段标题 03</a:t>
                      </a:r>
                      <a:endParaRPr sz="1013" b="1">
                        <a:solidFill>
                          <a:srgbClr val="17202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76200" marB="762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参与项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状态说明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746"/>
                          </a:solidFill>
                        </a:rPr>
                        <a:t>阶段输出</a:t>
                      </a:r>
                    </a:p>
                  </a:txBody>
                  <a:tcPr marL="95250" marR="95250" marT="76200" marB="76200" anchor="ctr"/>
                </a:tc>
              </a:tr>
              <a:tr h="904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运行时</a:t>
                      </a:r>
                      <a:endParaRPr sz="1013" b="1">
                        <a:solidFill>
                          <a:srgbClr val="17202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76200" marB="76200" anchor="ctr">
                    <a:solidFill>
                      <a:srgbClr val="DFE9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保留模块 / 输入</a:t>
                      </a:r>
                    </a:p>
                  </a:txBody>
                  <a:tcPr marL="95250" marR="95250" marT="76200" marB="7620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 / 移除说明</a:t>
                      </a:r>
                    </a:p>
                  </a:txBody>
                  <a:tcPr marL="95250" marR="95250" marT="76200" marB="7620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746"/>
                          </a:solidFill>
                        </a:rPr>
                        <a:t>输出 / 下一轮输入</a:t>
                      </a:r>
                    </a:p>
                  </a:txBody>
                  <a:tcPr marL="95250" marR="95250" marT="76200" marB="76200" anchor="ctr"/>
                </a:tc>
              </a:tr>
            </a:tbl>
          </a:graphicData>
        </a:graphic>
      </p:graphicFrame>
      <p:sp>
        <p:nvSpPr>
          <p:cNvPr id="20" name="source-footer-placeholder">
            <a:extLst xmlns:a="http://schemas.openxmlformats.org/drawingml/2006/main">
              <a:ext uri="{FF2B5EF4-FFF2-40B4-BE49-F238E27FC236}">
                <a16:creationId xmlns:a16="http://schemas.microsoft.com/office/drawing/2014/main" id="{F2869C7C-531C-40E9-A28B-7F94BB3B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rPr>
              <a:t>Source: 来源文件｜章节｜页码或链接</a:t>
            </a:r>
          </a:p>
        </p:txBody>
      </p:sp>
    </p:spTree>
    <p:extLst>
      <p:ext uri="{BB962C8B-B14F-4D97-AF65-F5344CB8AC3E}">
        <p14:creationId xmlns:p14="http://schemas.microsoft.com/office/powerpoint/2010/main" val="7520205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8EC6BDEC-7C75-470E-A2F7-A23FE6BC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工作过程介绍｜输入—处理—输出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5BC6823-6710-4118-9A74-06B541EE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输入—处理—输出｜页面标题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8C3ECAB4-FC90-44B3-8EB1-70AD5E30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3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DB08254-F7C4-40BA-B51B-65F61933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页码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A4186D4-7A67-411E-9668-10D38EA2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  小节标题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DB052F8-91D7-4F2E-9705-345B26BC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02  小节标题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EC1C9A6-2988-4351-BA30-99838900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03  小节标题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0394871-FAD3-46E0-B80E-2156F2F0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04  小节标题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3534319-C2BE-4837-9732-B10137ED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05  小节标题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48D4350-7BC0-4359-921B-B6FD062B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步骤标题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104BC16-48DF-48AC-A17A-5FA8A8F9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68961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步骤说明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A87275E7-7110-4A1B-8646-4948D0FA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6896100" cy="1371600"/>
          </a:xfrm>
          <a:prstGeom xmlns:a="http://schemas.openxmlformats.org/drawingml/2006/main" prst="roundRect">
            <a:avLst>
              <a:gd name="adj" fmla="val 694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3FC1368-B78D-405A-9AC9-0AA45B4B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步骤标题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B7BE0FB7-88E1-4965-B399-E14148A8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2862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2E147F2-A0B9-4A9C-AE52-14C25918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05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步骤标题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F2F7B74-6ACD-4B2A-85B2-033C3EA3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638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步骤标题</a:t>
            </a:r>
          </a:p>
        </p:txBody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EB87072A-B723-4924-9B6B-8F494A7E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90750"/>
            <a:ext cx="3790950" cy="3276600"/>
          </a:xfrm>
          <a:prstGeom xmlns:a="http://schemas.openxmlformats.org/drawingml/2006/main" prst="roundRect">
            <a:avLst>
              <a:gd name="adj" fmla="val 290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D457E6FD-999D-4A01-831D-C7FDB066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384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步骤标题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C40E4A9A-DBE7-446B-AE09-078C564C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90850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步骤标题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DDDC64B7-95FF-4D80-9652-54D36702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43300"/>
            <a:ext cx="3124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步骤说明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B664D2D-FE74-405D-A2E5-341C031C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00600"/>
            <a:ext cx="312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步骤标题</a:t>
            </a:r>
          </a:p>
        </p:txBody>
      </p:sp>
      <p:sp>
        <p:nvSpPr>
          <p:cNvPr id="24" name="source-footer-placeholder">
            <a:extLst xmlns:a="http://schemas.openxmlformats.org/drawingml/2006/main">
              <a:ext uri="{FF2B5EF4-FFF2-40B4-BE49-F238E27FC236}">
                <a16:creationId xmlns:a16="http://schemas.microsoft.com/office/drawing/2014/main" id="{86ECF6AA-7915-4360-891F-764C25CB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rPr>
              <a:t>Source: 来源文件｜章节｜页码或链接</a:t>
            </a:r>
          </a:p>
        </p:txBody>
      </p:sp>
    </p:spTree>
    <p:extLst>
      <p:ext uri="{BB962C8B-B14F-4D97-AF65-F5344CB8AC3E}">
        <p14:creationId xmlns:p14="http://schemas.microsoft.com/office/powerpoint/2010/main" val="3122404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2026-09-03T07:06:37.2490000Z</dcterms:created>
  <dcterms:modified xsi:type="dcterms:W3CDTF">2026-09-03T07:06:37.2490000Z</dcterms:modified>
</coreProperties>
</file>