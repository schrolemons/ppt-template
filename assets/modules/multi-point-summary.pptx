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41869226ad4da1" /><Relationship Type="http://schemas.openxmlformats.org/officeDocument/2006/relationships/extended-properties" Target="/docProps/app.xml" Id="R38f34fd0b30d4891" /><Relationship Type="http://schemas.openxmlformats.org/officeDocument/2006/relationships/officeDocument" Target="/ppt/presentation.xml" Id="Rf3d73ac6d759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b055d7bce84962"/>
  </p:sldMasterIdLst>
  <p:notesMasterIdLst>
    <p:notesMasterId xmlns:r="http://schemas.openxmlformats.org/officeDocument/2006/relationships" r:id="R2df38ba85d5d4fed"/>
  </p:notesMasterIdLst>
  <p:sldIdLst>
    <p:sldId xmlns:r="http://schemas.openxmlformats.org/officeDocument/2006/relationships" id="256" r:id="R4b8bdcb6a4604b88"/>
    <p:sldId xmlns:r="http://schemas.openxmlformats.org/officeDocument/2006/relationships" id="257" r:id="Re4f6340b1d1b4fe1"/>
    <p:sldId xmlns:r="http://schemas.openxmlformats.org/officeDocument/2006/relationships" id="258" r:id="R8ea2919f2a79442d"/>
    <p:sldId xmlns:r="http://schemas.openxmlformats.org/officeDocument/2006/relationships" id="259" r:id="R597f90be634042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fa30b1e3304fda" /><Relationship Type="http://schemas.openxmlformats.org/officeDocument/2006/relationships/slideMaster" Target="/ppt/slideMasters/slideMaster1.xml" Id="R05b055d7bce84962" /><Relationship Type="http://schemas.openxmlformats.org/officeDocument/2006/relationships/notesMaster" Target="/ppt/notesMasters/notesMaster1.xml" Id="R2df38ba85d5d4fed" /><Relationship Type="http://schemas.openxmlformats.org/officeDocument/2006/relationships/presProps" Target="/ppt/presProps.xml" Id="R13764e68855e4787" /><Relationship Type="http://schemas.openxmlformats.org/officeDocument/2006/relationships/viewProps" Target="/ppt/viewProps.xml" Id="Rf82bd6bca6d24728" /><Relationship Type="http://schemas.openxmlformats.org/officeDocument/2006/relationships/tableStyles" Target="/ppt/tableStyles.xml" Id="R0d2ac98348f44562" /><Relationship Type="http://schemas.openxmlformats.org/officeDocument/2006/relationships/slide" Target="/ppt/slides/slide1.xml" Id="R4b8bdcb6a4604b88" /><Relationship Type="http://schemas.openxmlformats.org/officeDocument/2006/relationships/slide" Target="/ppt/slides/slide2.xml" Id="Re4f6340b1d1b4fe1" /><Relationship Type="http://schemas.openxmlformats.org/officeDocument/2006/relationships/slide" Target="/ppt/slides/slide3.xml" Id="R8ea2919f2a79442d" /><Relationship Type="http://schemas.openxmlformats.org/officeDocument/2006/relationships/slide" Target="/ppt/slides/slide4.xml" Id="R597f90be634042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16370b7a74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954ffe5fdc4533" /><Relationship Type="http://schemas.openxmlformats.org/officeDocument/2006/relationships/notesMaster" Target="/ppt/notesMasters/notesMaster1.xml" Id="R12f970f1e6a4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9a49fbce704824" /><Relationship Type="http://schemas.openxmlformats.org/officeDocument/2006/relationships/notesMaster" Target="/ppt/notesMasters/notesMaster1.xml" Id="R0a83de84598e4f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174d803e524af0" /><Relationship Type="http://schemas.openxmlformats.org/officeDocument/2006/relationships/notesMaster" Target="/ppt/notesMasters/notesMaster1.xml" Id="Re4eda2dc8af047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6b86917333442b" /><Relationship Type="http://schemas.openxmlformats.org/officeDocument/2006/relationships/notesMaster" Target="/ppt/notesMasters/notesMaster1.xml" Id="R74492bd3632e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本页是“三点概览”字段模板，显示标题、主体关系、解释层级与来源位置。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本页是“五点概览”字段模板，显示标题、主体关系、解释层级与来源位置。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本页是“等权要点列表”字段模板，显示标题、主体关系、解释层级与来源位置。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本页是“分组概览”字段模板，显示标题、主体关系、解释层级与来源位置。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18c76953147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fa7c74ef5a4084" /><Relationship Type="http://schemas.openxmlformats.org/officeDocument/2006/relationships/slideLayout" Target="/ppt/slideLayouts/slideLayout1.xml" Id="Rfc81483840e84c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1483840e84c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b60108ddc4473" /><Relationship Type="http://schemas.openxmlformats.org/officeDocument/2006/relationships/notesSlide" Target="/ppt/notesSlides/notesSlide1.xml" Id="Rb04e0b3f47224e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74490d216459a" /><Relationship Type="http://schemas.openxmlformats.org/officeDocument/2006/relationships/notesSlide" Target="/ppt/notesSlides/notesSlide2.xml" Id="Rfb41d605266142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e82838e824f01" /><Relationship Type="http://schemas.openxmlformats.org/officeDocument/2006/relationships/notesSlide" Target="/ppt/notesSlides/notesSlide3.xml" Id="R5601b28aafc349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5ac1252294c19" /><Relationship Type="http://schemas.openxmlformats.org/officeDocument/2006/relationships/notesSlide" Target="/ppt/notesSlides/notesSlide4.xml" Id="R0ad2fc25c27b41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87DFC35-8868-449B-BAC1-0925BFA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分条分点性质概括｜三点概览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B5B6E8C-B5A0-44E0-93C9-C197EBB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三点概览｜页面标题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7A4391E-9D1C-413B-A84C-CF89BF6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72C453A-6864-4390-9E6D-D53528F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D26993-1F23-4895-881B-1F9F119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79FEF61-67CF-433A-980B-73FACE5C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67754FC-40E8-4174-B26D-3D0B668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CC87CB7-8EAB-476D-9B84-AB8A02B4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DFDF7E-D61F-41FC-8FB1-45997216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23F6B512-087B-4B2D-A45B-0DAC30A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5242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56082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266D5BE-F1E9-4F40-805D-94100DB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B53868-0BE4-4EB9-8902-8D35F0D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C6B989E-EE8B-492E-899D-A3C387B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D498A85A-BA03-495D-8957-22558AE9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E447859-922C-4330-A016-37FCA73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105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DB26D353-DCAB-4DF2-A5CC-C5D862CC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90750"/>
            <a:ext cx="35242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A594D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05D2E04-125F-4F6C-A630-31A4873A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E9347CC-486A-4575-846A-4AC48C02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419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0DA8ECC-E709-456A-B8E8-4354BB6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843ED6BB-1DED-4F3E-A54E-5851EDBE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19450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2AEF375-3D9A-462C-8EFB-E9C17B2F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9950"/>
            <a:ext cx="3105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31F9B1B8-940A-441E-BA5A-1C538AAD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5242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E746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DE8E393-0B93-4ACD-8799-8BDF6936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9E094D0-61AC-491A-8470-11DC6AE0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895129C-C1E3-4C88-8EEF-E9037A3F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  <a:endParaRPr sz="1200" b="1">
              <a:solidFill>
                <a:srgbClr val="4E746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D2F683DE-6039-4B22-8824-F9E5C52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36C5119-6FBB-4B29-909A-23AF6B84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3105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30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5C9AC6F9-9381-4CBB-A861-FA8B17F3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6E95F89-BB86-49CC-A0E0-F956199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分条分点性质概括｜五点概览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360FD1-F6D4-43D4-9A50-A3C2B08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五点概览｜页面标题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54BDF8CB-F557-45DA-852E-4B01C2E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A11952A-9667-41FF-BC4C-3C6D902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90F14E5-683A-41A7-9FB4-8DF7E98A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A7D496-D676-45FA-A688-F190976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20E1443-C03A-49AA-9314-D81207D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A5B5441-57E8-4308-86CE-C68996D9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C5E0B28-64AF-40C2-B801-93AA0D96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F5D2229-E108-4F98-B6A8-46A335F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00868E-342D-44F5-A679-DA9C3110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4D99904-4379-44E0-93A5-4DE3F42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9C762A96-1EE2-49D0-A641-53C6333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85162A2-1A5A-40FF-87F1-2756CDD3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C4119DCA-60BC-4FBB-917B-9523F33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7F5949F-1221-45A9-A3AA-CA04C1C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8848184-2A13-4251-A670-9D29540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9011C35A-6463-448E-8B61-19EB55C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A530F39-A7B5-482F-A449-58292E2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8A825979-0E50-41B7-AD2B-024F233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896AE87-C8D4-4487-A0D1-D5A05CC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E20BDBC-F1BC-4547-9B1F-D8AB6354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745EEC7A-9663-4A32-9742-DFDCD6B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FC0CA5D-10D5-4D16-B29B-7CEF92A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513FA29F-2ABD-4F68-AFD5-25AB032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E8DA86F-7B63-4F3E-A5C3-89DE06F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11BA23F-B97A-4207-9188-5FBE445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D889048F-1286-42D9-926B-8A3B139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ED6E293-15BC-4968-B667-EB82B5DC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EB7B820C-28C5-4FE7-8AFC-3B09C770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561535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A82882E-8D75-4D15-922B-EB29B9C3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分条分点性质概括｜等权要点列表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44B59E-8D57-481B-820B-024B210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等权要点列表｜页面标题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F34A55B6-CF93-4721-9BAC-5B2536B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E0CBAE6-087F-49B1-97FA-5320D11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0BC0C8-FBCD-4FD2-A330-0297BC0A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33EBD0B-6443-4E43-85A0-88A2C4F8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BD4DE9-3A57-49B5-82BD-38BE455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E81134D-A3A6-4399-845D-576C2B32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7B87ABE-B85F-415D-8823-901BF46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D01647-EA51-4BBA-B177-A54BD37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562A583-1838-4658-ABE7-46395DA2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57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F40FBF-FC87-491A-83EE-BCE525F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A98DC1D9-1AC0-4C96-9A1D-FE37400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88D81F5-8899-497C-8EEC-51C819F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5447CF-5D01-4F25-98AA-E2B2335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493C27-AFC5-44BD-8887-6656531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58B2C7D2-D981-47AF-9EC4-017309B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B8C47B2-5767-46B3-B7E3-ED574ED3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92B7C2B-736F-43BB-AE06-7D7446C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CBEEC4-A772-4E82-B32F-EC57659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C88354BA-0948-4C32-9083-E1332D5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0F1D7E1-6950-4865-B5AD-70A39E16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7E7D79B-A1DB-476B-8916-568270A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958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765FBE-FC69-4360-AFF4-8A6F0FD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</p:txBody>
      </p:sp>
      <p:sp>
        <p:nvSpPr>
          <p:cNvPr id="30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BD7C90E-06B3-45D1-B624-F3124B4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490605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5528914-342F-4341-A8C0-D5C4498C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分条分点性质概括｜分组概览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E48A3D-AEEA-4497-A2D0-71E0CFE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分组概览｜页面标题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611A1EB-E03A-4957-BCAA-72173D6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26A6DB-7985-4B47-8D72-0616B00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447728-AEC7-4C6D-84BE-13BF9E7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分组标题 A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2B4D0E0E-9AE2-4D7A-967A-80B2957D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10871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A749881-4B2F-494E-A043-DC027581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1694B5F-DA93-4018-8DEB-3F6DA1E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5D376F1-F061-47E4-A80B-2AB0BA5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014BE7-479E-418C-AC79-DAD46963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59FF54A-63DC-4B9B-AD69-540FA9E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AC90DA-7894-4D22-8D30-1F385EE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EABCFF-F711-4173-B010-6F1F147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AF8E70-6BCA-4E23-B662-8E3076E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FBE40D7-CF30-4F09-A56A-507AC80E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BFEB730-7992-45DE-8FF5-64931F1F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722BE4-5EBB-42A9-AF74-DEEEE77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1D5E13B-42E6-4A65-9512-DFE4254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DB1D393-E985-47DA-A488-45EFF56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EBD66EB-9A27-454F-8D67-236931B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5541B6-56BB-4A8D-BF7A-3474CEB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EEF0690-D18D-4B7F-B5C2-7040D9C5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FF600AA1-70A5-472C-9616-CF42388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10871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66FA35A-504D-40B7-9AD8-6426098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A61D67E-0DF9-4CD4-8269-1743F8F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E4318E4-03DA-4B88-98AE-12DF79C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706DA86-2657-4860-858A-C08AD2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F15C473-4917-41F1-99B8-9FEE6AC5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A1F6D67-7651-43A5-99AE-67E5DF6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E45A20E-2AB2-4F73-86F0-EF6C367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EDC401C-EED6-4822-86D4-9776E25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43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00FB494-0847-4376-9E30-A9D0B4C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244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要点标题</a:t>
            </a:r>
          </a:p>
        </p:txBody>
      </p:sp>
      <p:sp>
        <p:nvSpPr>
          <p:cNvPr id="3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87CBF4D-789E-4192-A487-3C1C2385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848650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2026-09-03T07:06:45.6800000Z</dcterms:created>
  <dcterms:modified xsi:type="dcterms:W3CDTF">2026-09-03T07:06:45.6800000Z</dcterms:modified>
</coreProperties>
</file>