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2cf1d9493431e" /><Relationship Type="http://schemas.openxmlformats.org/officeDocument/2006/relationships/extended-properties" Target="/docProps/app.xml" Id="R0557469f45af4a13" /><Relationship Type="http://schemas.openxmlformats.org/officeDocument/2006/relationships/officeDocument" Target="/ppt/presentation.xml" Id="R6db48d0d00c240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fa5e14a43c4809"/>
  </p:sldMasterIdLst>
  <p:notesMasterIdLst>
    <p:notesMasterId xmlns:r="http://schemas.openxmlformats.org/officeDocument/2006/relationships" r:id="Ra389ff40e2d3485d"/>
  </p:notesMasterIdLst>
  <p:sldIdLst>
    <p:sldId xmlns:r="http://schemas.openxmlformats.org/officeDocument/2006/relationships" id="256" r:id="Re6f3ee2fb9cc4d52"/>
    <p:sldId xmlns:r="http://schemas.openxmlformats.org/officeDocument/2006/relationships" id="257" r:id="R73dfa451af4444f2"/>
    <p:sldId xmlns:r="http://schemas.openxmlformats.org/officeDocument/2006/relationships" id="258" r:id="Rfe662a572b9744bc"/>
    <p:sldId xmlns:r="http://schemas.openxmlformats.org/officeDocument/2006/relationships" id="259" r:id="Rf204585bf40c49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f9a745126a4c98" /><Relationship Type="http://schemas.openxmlformats.org/officeDocument/2006/relationships/slideMaster" Target="/ppt/slideMasters/slideMaster1.xml" Id="Raafa5e14a43c4809" /><Relationship Type="http://schemas.openxmlformats.org/officeDocument/2006/relationships/notesMaster" Target="/ppt/notesMasters/notesMaster1.xml" Id="Ra389ff40e2d3485d" /><Relationship Type="http://schemas.openxmlformats.org/officeDocument/2006/relationships/presProps" Target="/ppt/presProps.xml" Id="R21d64e1414a94b6a" /><Relationship Type="http://schemas.openxmlformats.org/officeDocument/2006/relationships/viewProps" Target="/ppt/viewProps.xml" Id="Rae64a70f2cbf4724" /><Relationship Type="http://schemas.openxmlformats.org/officeDocument/2006/relationships/tableStyles" Target="/ppt/tableStyles.xml" Id="R9fecfd0151e946ca" /><Relationship Type="http://schemas.openxmlformats.org/officeDocument/2006/relationships/slide" Target="/ppt/slides/slide1.xml" Id="Re6f3ee2fb9cc4d52" /><Relationship Type="http://schemas.openxmlformats.org/officeDocument/2006/relationships/slide" Target="/ppt/slides/slide2.xml" Id="R73dfa451af4444f2" /><Relationship Type="http://schemas.openxmlformats.org/officeDocument/2006/relationships/slide" Target="/ppt/slides/slide3.xml" Id="Rfe662a572b9744bc" /><Relationship Type="http://schemas.openxmlformats.org/officeDocument/2006/relationships/slide" Target="/ppt/slides/slide4.xml" Id="Rf204585bf40c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ac2d3517f344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c945d8619e4375" /><Relationship Type="http://schemas.openxmlformats.org/officeDocument/2006/relationships/notesMaster" Target="/ppt/notesMasters/notesMaster1.xml" Id="R5d294b7e75244b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f45e87e5454b09" /><Relationship Type="http://schemas.openxmlformats.org/officeDocument/2006/relationships/notesMaster" Target="/ppt/notesMasters/notesMaster1.xml" Id="Ra1df42badb9446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d09345068d46ba" /><Relationship Type="http://schemas.openxmlformats.org/officeDocument/2006/relationships/notesMaster" Target="/ppt/notesMasters/notesMaster1.xml" Id="R38bfd5c7c140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ff3aec44f54ab3" /><Relationship Type="http://schemas.openxmlformats.org/officeDocument/2006/relationships/notesMaster" Target="/ppt/notesMasters/notesMaster1.xml" Id="Re0a5163f28a046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本页是“三维综合”字段模板，显示标题、主体关系、解释层级与来源位置。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本页是“结论与证据”字段模板，显示标题、主体关系、解释层级与来源位置。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本页是“比较表”字段模板，显示标题、主体关系、解释层级与来源位置。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本页是“证据边界”字段模板，显示标题、主体关系、解释层级与来源位置。</a:t>
            </a:r>
          </a:p>
          <a:p xmlns:a="http://schemas.openxmlformats.org/drawingml/2006/main">
            <a:r>
              <a:t>生成实际汇报时，使用指定原文中的完整、易读语言替换引导词，并保持当前字段顺序与视觉层级。</a:t>
            </a:r>
            <a:endParaRPr/>
          </a:p>
          <a:p xmlns:a="http://schemas.openxmlformats.org/drawingml/2006/main">
            <a:r>
              <a:t>若原文不支持该字段关系，应拆页或选择匹配模块，不得为填满模板补写来源外事实。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版式来源：assets/reference.pptx，源幻灯片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35eccb83749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aaff5dc354e33" /><Relationship Type="http://schemas.openxmlformats.org/officeDocument/2006/relationships/slideLayout" Target="/ppt/slideLayouts/slideLayout1.xml" Id="Rb05874d67a1f4b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5874d67a1f4b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fc908316643bf" /><Relationship Type="http://schemas.openxmlformats.org/officeDocument/2006/relationships/notesSlide" Target="/ppt/notesSlides/notesSlide1.xml" Id="R13bccc296b4f47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1f5e9ffcd4a1b" /><Relationship Type="http://schemas.openxmlformats.org/officeDocument/2006/relationships/notesSlide" Target="/ppt/notesSlides/notesSlide2.xml" Id="R73bfbdcb28d845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b2e9ab17f48db" /><Relationship Type="http://schemas.openxmlformats.org/officeDocument/2006/relationships/notesSlide" Target="/ppt/notesSlides/notesSlide3.xml" Id="Re8ee3043429e4c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e1497a24f4346" /><Relationship Type="http://schemas.openxmlformats.org/officeDocument/2006/relationships/notesSlide" Target="/ppt/notesSlides/notesSlide4.xml" Id="R6342a5bd28f247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8AEBC18-6F79-40FF-8AB9-00BC69BD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结论介绍｜三维综合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52E280-1669-45D2-B63E-C7A9C520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三维综合｜页面标题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66BE18D7-60C4-4F4E-99F7-F94FF939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DB05F72-BD38-45C1-86F6-2A446D6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119E4C71-26F5-44A8-8F5A-A6EC7964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2028825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EF2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3E6A5212-2F1E-4CDD-B998-EC12E5D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6E1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  <a:endParaRPr sz="1875" b="1">
              <a:solidFill>
                <a:srgbClr val="9A594D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  <a:endParaRPr sz="1350" b="0">
              <a:solidFill>
                <a:srgbClr val="1720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0FAF8788-5488-439E-9660-BBE8BEC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23850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CDD6DE"/>
            </a:solidFill>
            <a:prstDash val="solid"/>
          </a:ln>
        </p:spPr>
        <p:txBody>
          <a:bodyPr xmlns:a="http://schemas.openxmlformats.org/drawingml/2006/main" wrap="square" lIns="228600" tIns="342900" rIns="228600" bIns="3429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E7460"/>
                </a:solidFill>
                <a:latin typeface="Microsoft YaHei"/>
                <a:ea typeface="Microsoft YaHei"/>
                <a:cs typeface="Microsoft YaHei"/>
              </a:rPr>
              <a:t>维度名称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要点说明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1C48A0B-1A9D-4C8F-A871-A889407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证据标题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66214F9D-755F-499B-B2FF-1D14BA6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883013" y="1881664"/>
            <a:ext cx="46049" cy="3456622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5DF38386-8FA2-4763-B996-C06A8FB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982585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EC6BDEC-7C75-470E-A2F7-A23FE6BC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结论介绍｜结论与证据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BC6823-6710-4118-9A74-06B541EE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结论与证据｜页面标题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8C3ECAB4-FC90-44B3-8EB1-70AD5E3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B08254-F7C4-40BA-B51B-65F61933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4186D4-7A67-411E-9668-10D38EA2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DB052F8-91D7-4F2E-9705-345B26B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EC1C9A6-2988-4351-BA30-9983890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0394871-FAD3-46E0-B80E-2156F2F0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3534319-C2BE-4837-9732-B10137ED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8D4350-7BC0-4359-921B-B6FD062B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104BC16-48DF-48AC-A17A-5FA8A8F9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A87275E7-7110-4A1B-8646-4948D0FA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896100" cy="1371600"/>
          </a:xfrm>
          <a:prstGeom xmlns:a="http://schemas.openxmlformats.org/drawingml/2006/main" prst="roundRect">
            <a:avLst>
              <a:gd name="adj" fmla="val 694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FC1368-B78D-405A-9AC9-0AA45B4B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7BE0FB7-88E1-4965-B399-E14148A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2E147F2-A0B9-4A9C-AE52-14C25918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F2F7B74-6ACD-4B2A-85B2-033C3EA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证据标题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EB87072A-B723-4924-9B6B-8F494A7E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790950" cy="3276600"/>
          </a:xfrm>
          <a:prstGeom xmlns:a="http://schemas.openxmlformats.org/drawingml/2006/main" prst="roundRect">
            <a:avLst>
              <a:gd name="adj" fmla="val 290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457E6FD-999D-4A01-831D-C7FDB06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9A594D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0E4A9A-DBE7-446B-AE09-078C564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908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证据标题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DDC64B7-95FF-4D80-9652-54D36702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B664D2D-FE74-405D-A2E5-341C031C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证据标题</a:t>
            </a:r>
          </a:p>
        </p:txBody>
      </p:sp>
      <p:sp>
        <p:nvSpPr>
          <p:cNvPr id="24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86ECF6AA-7915-4360-891F-764C25CB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312240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FC50F5-E022-424F-A71B-6DBD465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结论介绍｜比较表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1386A6-3E7C-43CB-BC96-2C28AD6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比较表｜页面标题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2A4142ED-584B-40F2-9E8D-DB98DB67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7BC8F8-9467-4479-8995-76EC578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F7743A-1CB7-414F-9892-42D1CB5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D34B399-F223-40B1-B20E-79F6AAE9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F9DB83F-0C89-4BA8-87D5-963BFE8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BEBEB4E-C51B-463F-841B-FF612834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CCD6AC0-E9C0-4232-B727-12AA6DA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graphicFrame>
        <p:nvGraphicFramePr>
          <p:cNvPr id="24" name="表格 19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8300"/>
                <a:gridCol w="4095750"/>
                <a:gridCol w="5353050"/>
              </a:tblGrid>
              <a:tr h="361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比较对象 A</a:t>
                      </a: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比较对象 B</a:t>
                      </a:r>
                      <a:endParaRPr sz="1125" b="1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156082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维度标题 01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维度标题 02</a:t>
                      </a: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维度标题 03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要点说明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088" b="1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证据边界</a:t>
                      </a:r>
                      <a:endParaRPr sz="1088" b="1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1720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证据说明</a:t>
                      </a:r>
                      <a:endParaRPr sz="1088" b="0">
                        <a:solidFill>
                          <a:srgbClr val="17202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57150" marB="57150" anchor="ctr">
                    <a:solidFill>
                      <a:srgbClr val="E7F0EA"/>
                    </a:solidFill>
                  </a:tcPr>
                </a:tc>
              </a:tr>
            </a:tbl>
          </a:graphicData>
        </a:graphic>
      </p:graphicFrame>
      <p:sp>
        <p:nvSpPr>
          <p:cNvPr id="13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133A316-44C6-4409-96EB-CB21A71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640909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A82882E-8D75-4D15-922B-EB29B9C3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结论介绍｜证据边界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744B59E-8D57-481B-820B-024B210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证据边界｜页面标题</a:t>
            </a:r>
          </a:p>
        </p:txBody>
      </p:sp>
      <p:sp>
        <p:nvSpPr>
          <p:cNvPr id="3" name="直接连接符 2">
            <a:extLst xmlns:a="http://schemas.openxmlformats.org/drawingml/2006/main">
              <a:ext uri="{FF2B5EF4-FFF2-40B4-BE49-F238E27FC236}">
                <a16:creationId xmlns:a16="http://schemas.microsoft.com/office/drawing/2014/main" id="{F34A55B6-CF93-4721-9BAC-5B2536B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3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E0CBAE6-087F-49B1-97FA-5320D11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页码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0BC0C8-FBCD-4FD2-A330-0297BC0A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01  小节标题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33EBD0B-6443-4E43-85A0-88A2C4F8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02  小节标题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BD4DE9-3A57-49B5-82BD-38BE455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03  小节标题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E81134D-A3A6-4399-845D-576C2B32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EA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小节标题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7B87ABE-B85F-415D-8823-901BF46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224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05  小节标题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D01647-EA51-4BBA-B177-A54BD37C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562A583-1838-4658-ABE7-46395DA2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57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F40FBF-FC87-491A-83EE-BCE525F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07D93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A98DC1D9-1AC0-4C96-9A1D-FE37400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88D81F5-8899-497C-8EEC-51C819F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5447CF-5D01-4F25-98AA-E2B2335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955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2493C27-AFC5-44BD-8887-6656531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58B2C7D2-D981-47AF-9EC4-017309B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B8C47B2-5767-46B3-B7E3-ED574ED3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92B7C2B-736F-43BB-AE06-7D7446CB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957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CBEEC4-A772-4E82-B32F-EC576599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C88354BA-0948-4C32-9083-E1332D5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81550"/>
            <a:ext cx="1108710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0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0F1D7E1-6950-4865-B5AD-70A39E16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结论标题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7E7D79B-A1DB-476B-8916-568270A1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958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765FBE-FC69-4360-AFF4-8A6F0FD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958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C6875"/>
                </a:solidFill>
                <a:latin typeface="Microsoft YaHei"/>
                <a:ea typeface="Microsoft YaHei"/>
                <a:cs typeface="Microsoft YaHei"/>
              </a:rPr>
              <a:t>证据说明</a:t>
            </a:r>
          </a:p>
        </p:txBody>
      </p:sp>
      <p:sp>
        <p:nvSpPr>
          <p:cNvPr id="30" name="source-footer-placeholder">
            <a:extLst xmlns:a="http://schemas.openxmlformats.org/drawingml/2006/main">
              <a:ext uri="{FF2B5EF4-FFF2-40B4-BE49-F238E27FC236}">
                <a16:creationId xmlns:a16="http://schemas.microsoft.com/office/drawing/2014/main" id="{6BD7C90E-06B3-45D1-B624-F3124B4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7D8B97"/>
                </a:solidFill>
                <a:latin typeface="Microsoft YaHei"/>
                <a:ea typeface="Microsoft YaHei"/>
                <a:cs typeface="Microsoft YaHei"/>
              </a:rPr>
              <a:t>Source: 来源文件｜章节｜页码或链接</a:t>
            </a:r>
          </a:p>
        </p:txBody>
      </p:sp>
    </p:spTree>
    <p:extLst>
      <p:ext uri="{BB962C8B-B14F-4D97-AF65-F5344CB8AC3E}">
        <p14:creationId xmlns:p14="http://schemas.microsoft.com/office/powerpoint/2010/main" val="1490605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2026-09-03T07:06:41.4500000Z</dcterms:created>
  <dcterms:modified xsi:type="dcterms:W3CDTF">2026-09-03T07:06:41.4500000Z</dcterms:modified>
</coreProperties>
</file>