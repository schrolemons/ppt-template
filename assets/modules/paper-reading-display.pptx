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761c2c57a43be" /><Relationship Type="http://schemas.openxmlformats.org/officeDocument/2006/relationships/extended-properties" Target="/docProps/app.xml" Id="Rd23e2b59bd1e42ea" /><Relationship Type="http://schemas.openxmlformats.org/officeDocument/2006/relationships/officeDocument" Target="/ppt/presentation.xml" Id="Raee893e72efd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c84dbd510d4746"/>
  </p:sldMasterIdLst>
  <p:notesMasterIdLst>
    <p:notesMasterId xmlns:r="http://schemas.openxmlformats.org/officeDocument/2006/relationships" r:id="R8a2188fbddb8479d"/>
  </p:notesMasterIdLst>
  <p:sldIdLst>
    <p:sldId xmlns:r="http://schemas.openxmlformats.org/officeDocument/2006/relationships" id="256" r:id="R5e00d73bacfe4d2a"/>
    <p:sldId xmlns:r="http://schemas.openxmlformats.org/officeDocument/2006/relationships" id="257" r:id="R62d8b3bd8294453e"/>
    <p:sldId xmlns:r="http://schemas.openxmlformats.org/officeDocument/2006/relationships" id="258" r:id="Re722fc633fbc4cdd"/>
    <p:sldId xmlns:r="http://schemas.openxmlformats.org/officeDocument/2006/relationships" id="259" r:id="R04df22c1ff0a40f4"/>
    <p:sldId xmlns:r="http://schemas.openxmlformats.org/officeDocument/2006/relationships" id="260" r:id="R28d0071a4b134609"/>
    <p:sldId xmlns:r="http://schemas.openxmlformats.org/officeDocument/2006/relationships" id="261" r:id="R9145fa68a8a04467"/>
    <p:sldId xmlns:r="http://schemas.openxmlformats.org/officeDocument/2006/relationships" id="262" r:id="Re035184e7a554c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4eb8f545b34853" /><Relationship Type="http://schemas.openxmlformats.org/officeDocument/2006/relationships/slideMaster" Target="/ppt/slideMasters/slideMaster1.xml" Id="R88c84dbd510d4746" /><Relationship Type="http://schemas.openxmlformats.org/officeDocument/2006/relationships/notesMaster" Target="/ppt/notesMasters/notesMaster1.xml" Id="R8a2188fbddb8479d" /><Relationship Type="http://schemas.openxmlformats.org/officeDocument/2006/relationships/presProps" Target="/ppt/presProps.xml" Id="R966b4dd35a6141e3" /><Relationship Type="http://schemas.openxmlformats.org/officeDocument/2006/relationships/viewProps" Target="/ppt/viewProps.xml" Id="R4a9b9f3bea7d4bcf" /><Relationship Type="http://schemas.openxmlformats.org/officeDocument/2006/relationships/tableStyles" Target="/ppt/tableStyles.xml" Id="R7b37abcd27ac45d0" /><Relationship Type="http://schemas.openxmlformats.org/officeDocument/2006/relationships/slide" Target="/ppt/slides/slide1.xml" Id="R5e00d73bacfe4d2a" /><Relationship Type="http://schemas.openxmlformats.org/officeDocument/2006/relationships/slide" Target="/ppt/slides/slide2.xml" Id="R62d8b3bd8294453e" /><Relationship Type="http://schemas.openxmlformats.org/officeDocument/2006/relationships/slide" Target="/ppt/slides/slide3.xml" Id="Re722fc633fbc4cdd" /><Relationship Type="http://schemas.openxmlformats.org/officeDocument/2006/relationships/slide" Target="/ppt/slides/slide4.xml" Id="R04df22c1ff0a40f4" /><Relationship Type="http://schemas.openxmlformats.org/officeDocument/2006/relationships/slide" Target="/ppt/slides/slide5.xml" Id="R28d0071a4b134609" /><Relationship Type="http://schemas.openxmlformats.org/officeDocument/2006/relationships/slide" Target="/ppt/slides/slide6.xml" Id="R9145fa68a8a04467" /><Relationship Type="http://schemas.openxmlformats.org/officeDocument/2006/relationships/slide" Target="/ppt/slides/slide7.xml" Id="Re035184e7a55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c8472f81c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01a4268ba4df7" /><Relationship Type="http://schemas.openxmlformats.org/officeDocument/2006/relationships/notesMaster" Target="/ppt/notesMasters/notesMaster1.xml" Id="R891393fdcc67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ce91fb07748e6" /><Relationship Type="http://schemas.openxmlformats.org/officeDocument/2006/relationships/notesMaster" Target="/ppt/notesMasters/notesMaster1.xml" Id="R747b49d0c75f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0d857e44f466b" /><Relationship Type="http://schemas.openxmlformats.org/officeDocument/2006/relationships/notesMaster" Target="/ppt/notesMasters/notesMaster1.xml" Id="R1ae4c38509d6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7a5a466954ae3" /><Relationship Type="http://schemas.openxmlformats.org/officeDocument/2006/relationships/notesMaster" Target="/ppt/notesMasters/notesMaster1.xml" Id="R711ba789b0b742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b2a668cc2646a4" /><Relationship Type="http://schemas.openxmlformats.org/officeDocument/2006/relationships/notesMaster" Target="/ppt/notesMasters/notesMaster1.xml" Id="R0377bd8e28e045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621285809444b" /><Relationship Type="http://schemas.openxmlformats.org/officeDocument/2006/relationships/notesMaster" Target="/ppt/notesMasters/notesMaster1.xml" Id="R650336ee3cc4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f4021010164ab5" /><Relationship Type="http://schemas.openxmlformats.org/officeDocument/2006/relationships/notesMaster" Target="/ppt/notesMasters/notesMaster1.xml" Id="R228bc76eee3243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本页是“论文总览｜左图右内容”字段模板，显示标题、主体关系、解释层级与来源位置。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本页是“训练流程”字段模板，显示标题、主体关系、解释层级与来源位置。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本页是“推理流程”字段模板，显示标题、主体关系、解释层级与来源位置。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本页是“训练 / 推理双通道”字段模板，显示标题、主体关系、解释层级与来源位置。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本页是“关键接口”字段模板，显示标题、主体关系、解释层级与来源位置。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本页是“阶段参与矩阵”字段模板，显示标题、主体关系、解释层级与来源位置。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本页是“直接比较”字段模板，显示标题、主体关系、解释层级与来源位置。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版式来源：assets/paper-layout-library.pptx，源幻灯片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dcacc76a5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c3d7d2aea3426f" /><Relationship Type="http://schemas.openxmlformats.org/officeDocument/2006/relationships/slideLayout" Target="/ppt/slideLayouts/slideLayout1.xml" Id="R2a190e50f70343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90e50f70343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fa77bb49c469a" /><Relationship Type="http://schemas.openxmlformats.org/officeDocument/2006/relationships/image" Target="/ppt/media/image.png" Id="R34179ac820674029" /><Relationship Type="http://schemas.openxmlformats.org/officeDocument/2006/relationships/notesSlide" Target="/ppt/notesSlides/notesSlide1.xml" Id="R4f9b7f5c915f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0d7b7fc784275" /><Relationship Type="http://schemas.openxmlformats.org/officeDocument/2006/relationships/notesSlide" Target="/ppt/notesSlides/notesSlide2.xml" Id="Rc3b7e68f5335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f00cac9614553" /><Relationship Type="http://schemas.openxmlformats.org/officeDocument/2006/relationships/notesSlide" Target="/ppt/notesSlides/notesSlide3.xml" Id="R83222e4c831541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1792a371e4da7" /><Relationship Type="http://schemas.openxmlformats.org/officeDocument/2006/relationships/notesSlide" Target="/ppt/notesSlides/notesSlide4.xml" Id="R571ddd6a075b48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21d79a0074f64" /><Relationship Type="http://schemas.openxmlformats.org/officeDocument/2006/relationships/image" Target="/ppt/media/image2.png" Id="R9c6cff424989404f" /><Relationship Type="http://schemas.openxmlformats.org/officeDocument/2006/relationships/notesSlide" Target="/ppt/notesSlides/notesSlide5.xml" Id="R6bbaf7915c06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48dcd67fd4bd7" /><Relationship Type="http://schemas.openxmlformats.org/officeDocument/2006/relationships/notesSlide" Target="/ppt/notesSlides/notesSlide6.xml" Id="Rf54bf0c8c1aa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78e4b2d64f8d" /><Relationship Type="http://schemas.openxmlformats.org/officeDocument/2006/relationships/notesSlide" Target="/ppt/notesSlides/notesSlide7.xml" Id="R3d073be49b7042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论文阅读展示｜论文总览｜左图右内容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论文名称｜一句话概括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  <p:sp>
        <p:nvSpPr>
          <p:cNvPr id="55" name="paper-hero-oneline-47">
            <a:extLst xmlns:a="http://schemas.openxmlformats.org/drawingml/2006/main">
              <a:ext uri="{FF2B5EF4-FFF2-40B4-BE49-F238E27FC236}">
                <a16:creationId xmlns:a16="http://schemas.microsoft.com/office/drawing/2014/main" id="{2D445B99-90D4-48DF-8398-0F04051F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一句话概括｜研究做了什么</a:t>
            </a:r>
          </a:p>
        </p:txBody>
      </p:sp>
      <p:sp>
        <p:nvSpPr>
          <p:cNvPr id="56" name="paper-hero-image-frame-47">
            <a:extLst xmlns:a="http://schemas.openxmlformats.org/drawingml/2006/main">
              <a:ext uri="{FF2B5EF4-FFF2-40B4-BE49-F238E27FC236}">
                <a16:creationId xmlns:a16="http://schemas.microsoft.com/office/drawing/2014/main" id="{98C8CDD9-4309-4FD2-910F-832DE52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6762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D5DD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79ac820674029"/>
          <a:stretch xmlns:a="http://schemas.openxmlformats.org/drawingml/2006/main"/>
        </p:blipFill>
        <p:spPr>
          <a:xfrm xmlns:a="http://schemas.openxmlformats.org/drawingml/2006/main">
            <a:off x="1717644" y="2762250"/>
            <a:ext cx="4394262" cy="2628900"/>
          </a:xfrm>
          <a:prstGeom xmlns:a="http://schemas.openxmlformats.org/drawingml/2006/main" prst="rect">
            <a:avLst/>
          </a:prstGeom>
        </p:spPr>
      </p:pic>
      <p:sp>
        <p:nvSpPr>
          <p:cNvPr id="58" name="paper-hero-caption-47">
            <a:extLst xmlns:a="http://schemas.openxmlformats.org/drawingml/2006/main">
              <a:ext uri="{FF2B5EF4-FFF2-40B4-BE49-F238E27FC236}">
                <a16:creationId xmlns:a16="http://schemas.microsoft.com/office/drawing/2014/main" id="{FC93FBCE-43D3-4BD6-A74E-9719E99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来源原图</a:t>
            </a:r>
          </a:p>
        </p:txBody>
      </p:sp>
      <p:sp>
        <p:nvSpPr>
          <p:cNvPr id="59" name="paper-hero-label-47-0">
            <a:extLst xmlns:a="http://schemas.openxmlformats.org/drawingml/2006/main">
              <a:ext uri="{FF2B5EF4-FFF2-40B4-BE49-F238E27FC236}">
                <a16:creationId xmlns:a16="http://schemas.microsoft.com/office/drawing/2014/main" id="{DB7309DB-A9B8-40F2-95DC-4C805F7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60" name="paper-hero-body-47-0">
            <a:extLst xmlns:a="http://schemas.openxmlformats.org/drawingml/2006/main">
              <a:ext uri="{FF2B5EF4-FFF2-40B4-BE49-F238E27FC236}">
                <a16:creationId xmlns:a16="http://schemas.microsoft.com/office/drawing/2014/main" id="{9B994D31-4FD1-473A-8D60-38DC444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1" name="paper-hero-sep-47-0">
            <a:extLst xmlns:a="http://schemas.openxmlformats.org/drawingml/2006/main">
              <a:ext uri="{FF2B5EF4-FFF2-40B4-BE49-F238E27FC236}">
                <a16:creationId xmlns:a16="http://schemas.microsoft.com/office/drawing/2014/main" id="{52F6C65B-212E-416F-A5FA-69CB083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8137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paper-hero-label-47-1">
            <a:extLst xmlns:a="http://schemas.openxmlformats.org/drawingml/2006/main">
              <a:ext uri="{FF2B5EF4-FFF2-40B4-BE49-F238E27FC236}">
                <a16:creationId xmlns:a16="http://schemas.microsoft.com/office/drawing/2014/main" id="{17720979-8460-49FF-ABB9-C22DA59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19475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优化实现</a:t>
            </a:r>
          </a:p>
        </p:txBody>
      </p:sp>
      <p:sp>
        <p:nvSpPr>
          <p:cNvPr id="63" name="paper-hero-body-47-1">
            <a:extLst xmlns:a="http://schemas.openxmlformats.org/drawingml/2006/main">
              <a:ext uri="{FF2B5EF4-FFF2-40B4-BE49-F238E27FC236}">
                <a16:creationId xmlns:a16="http://schemas.microsoft.com/office/drawing/2014/main" id="{15CF98F5-9083-4132-87C2-3892331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671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4" name="paper-hero-sep-47-1">
            <a:extLst xmlns:a="http://schemas.openxmlformats.org/drawingml/2006/main">
              <a:ext uri="{FF2B5EF4-FFF2-40B4-BE49-F238E27FC236}">
                <a16:creationId xmlns:a16="http://schemas.microsoft.com/office/drawing/2014/main" id="{26B47653-3797-4390-8836-D317A95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paper-hero-label-47-2">
            <a:extLst xmlns:a="http://schemas.openxmlformats.org/drawingml/2006/main">
              <a:ext uri="{FF2B5EF4-FFF2-40B4-BE49-F238E27FC236}">
                <a16:creationId xmlns:a16="http://schemas.microsoft.com/office/drawing/2014/main" id="{B56E723C-5FB5-45A4-BEE7-974BD7A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实际意义</a:t>
            </a:r>
          </a:p>
        </p:txBody>
      </p:sp>
      <p:sp>
        <p:nvSpPr>
          <p:cNvPr id="66" name="paper-hero-body-47-2">
            <a:extLst xmlns:a="http://schemas.openxmlformats.org/drawingml/2006/main">
              <a:ext uri="{FF2B5EF4-FFF2-40B4-BE49-F238E27FC236}">
                <a16:creationId xmlns:a16="http://schemas.microsoft.com/office/drawing/2014/main" id="{D725E1D1-EC13-4A34-BB9F-EE8E3523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57700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7" name="paper-hero-sep-47-2">
            <a:extLst xmlns:a="http://schemas.openxmlformats.org/drawingml/2006/main">
              <a:ext uri="{FF2B5EF4-FFF2-40B4-BE49-F238E27FC236}">
                <a16:creationId xmlns:a16="http://schemas.microsoft.com/office/drawing/2014/main" id="{08D6E1AF-563B-45D0-92F4-7B954F15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6252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paper-hero-label-47-3">
            <a:extLst xmlns:a="http://schemas.openxmlformats.org/drawingml/2006/main">
              <a:ext uri="{FF2B5EF4-FFF2-40B4-BE49-F238E27FC236}">
                <a16:creationId xmlns:a16="http://schemas.microsoft.com/office/drawing/2014/main" id="{E0D58514-FCDA-4FFD-BA8F-39966DC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00625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应用对象</a:t>
            </a:r>
          </a:p>
        </p:txBody>
      </p:sp>
      <p:sp>
        <p:nvSpPr>
          <p:cNvPr id="69" name="paper-hero-body-47-3">
            <a:extLst xmlns:a="http://schemas.openxmlformats.org/drawingml/2006/main">
              <a:ext uri="{FF2B5EF4-FFF2-40B4-BE49-F238E27FC236}">
                <a16:creationId xmlns:a16="http://schemas.microsoft.com/office/drawing/2014/main" id="{EDFFF6A9-49B2-436A-A089-87893A4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4827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论文阅读展示｜训练流程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论文名称｜训练流程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  <p:sp>
        <p:nvSpPr>
          <p:cNvPr id="55" name="workflow-step-outline-61-0">
            <a:extLst xmlns:a="http://schemas.openxmlformats.org/drawingml/2006/main">
              <a:ext uri="{FF2B5EF4-FFF2-40B4-BE49-F238E27FC236}">
                <a16:creationId xmlns:a16="http://schemas.microsoft.com/office/drawing/2014/main" id="{D7D5905E-44D5-4FB7-ABBF-3A10DE3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workflow-step-num-61-0">
            <a:extLst xmlns:a="http://schemas.openxmlformats.org/drawingml/2006/main">
              <a:ext uri="{FF2B5EF4-FFF2-40B4-BE49-F238E27FC236}">
                <a16:creationId xmlns:a16="http://schemas.microsoft.com/office/drawing/2014/main" id="{854500B7-E98B-4FD6-9C41-3A347C3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7" name="workflow-step-title-61-0">
            <a:extLst xmlns:a="http://schemas.openxmlformats.org/drawingml/2006/main">
              <a:ext uri="{FF2B5EF4-FFF2-40B4-BE49-F238E27FC236}">
                <a16:creationId xmlns:a16="http://schemas.microsoft.com/office/drawing/2014/main" id="{3EE3A096-7B93-49FA-B359-9E5805C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58" name="workflow-step-body-61-0">
            <a:extLst xmlns:a="http://schemas.openxmlformats.org/drawingml/2006/main">
              <a:ext uri="{FF2B5EF4-FFF2-40B4-BE49-F238E27FC236}">
                <a16:creationId xmlns:a16="http://schemas.microsoft.com/office/drawing/2014/main" id="{1348F1C2-1F53-48C1-8E63-9C9D83D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59" name="workflow-step-outline-61-1">
            <a:extLst xmlns:a="http://schemas.openxmlformats.org/drawingml/2006/main">
              <a:ext uri="{FF2B5EF4-FFF2-40B4-BE49-F238E27FC236}">
                <a16:creationId xmlns:a16="http://schemas.microsoft.com/office/drawing/2014/main" id="{A5354B9B-4212-45A3-ABC2-CF37AD3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workflow-step-num-61-1">
            <a:extLst xmlns:a="http://schemas.openxmlformats.org/drawingml/2006/main">
              <a:ext uri="{FF2B5EF4-FFF2-40B4-BE49-F238E27FC236}">
                <a16:creationId xmlns:a16="http://schemas.microsoft.com/office/drawing/2014/main" id="{4DFBFD87-50A2-4BF9-A6C1-8D46B4E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1" name="workflow-step-title-61-1">
            <a:extLst xmlns:a="http://schemas.openxmlformats.org/drawingml/2006/main">
              <a:ext uri="{FF2B5EF4-FFF2-40B4-BE49-F238E27FC236}">
                <a16:creationId xmlns:a16="http://schemas.microsoft.com/office/drawing/2014/main" id="{16B4F915-27AA-42F1-B110-29872344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62" name="workflow-step-body-61-1">
            <a:extLst xmlns:a="http://schemas.openxmlformats.org/drawingml/2006/main">
              <a:ext uri="{FF2B5EF4-FFF2-40B4-BE49-F238E27FC236}">
                <a16:creationId xmlns:a16="http://schemas.microsoft.com/office/drawing/2014/main" id="{FBA7A85C-FEFE-4108-BA9A-91465EC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3" name="workflow-step-outline-61-2">
            <a:extLst xmlns:a="http://schemas.openxmlformats.org/drawingml/2006/main">
              <a:ext uri="{FF2B5EF4-FFF2-40B4-BE49-F238E27FC236}">
                <a16:creationId xmlns:a16="http://schemas.microsoft.com/office/drawing/2014/main" id="{080FCA96-08D7-4E2E-8E92-7EE4E44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workflow-step-num-61-2">
            <a:extLst xmlns:a="http://schemas.openxmlformats.org/drawingml/2006/main">
              <a:ext uri="{FF2B5EF4-FFF2-40B4-BE49-F238E27FC236}">
                <a16:creationId xmlns:a16="http://schemas.microsoft.com/office/drawing/2014/main" id="{5E91205E-64EE-4C49-A095-EE713776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5" name="workflow-step-title-61-2">
            <a:extLst xmlns:a="http://schemas.openxmlformats.org/drawingml/2006/main">
              <a:ext uri="{FF2B5EF4-FFF2-40B4-BE49-F238E27FC236}">
                <a16:creationId xmlns:a16="http://schemas.microsoft.com/office/drawing/2014/main" id="{F04E7E95-7399-4908-BF7D-4845E2CA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66" name="workflow-step-body-61-2">
            <a:extLst xmlns:a="http://schemas.openxmlformats.org/drawingml/2006/main">
              <a:ext uri="{FF2B5EF4-FFF2-40B4-BE49-F238E27FC236}">
                <a16:creationId xmlns:a16="http://schemas.microsoft.com/office/drawing/2014/main" id="{53169D57-0A8F-4821-8460-7B77392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7" name="workflow-step-outline-61-3">
            <a:extLst xmlns:a="http://schemas.openxmlformats.org/drawingml/2006/main">
              <a:ext uri="{FF2B5EF4-FFF2-40B4-BE49-F238E27FC236}">
                <a16:creationId xmlns:a16="http://schemas.microsoft.com/office/drawing/2014/main" id="{B05773A5-4EA6-47B2-8380-4D40F7D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workflow-step-num-61-3">
            <a:extLst xmlns:a="http://schemas.openxmlformats.org/drawingml/2006/main">
              <a:ext uri="{FF2B5EF4-FFF2-40B4-BE49-F238E27FC236}">
                <a16:creationId xmlns:a16="http://schemas.microsoft.com/office/drawing/2014/main" id="{190A6394-6A7A-4E35-B327-9FFD93A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9" name="workflow-step-title-61-3">
            <a:extLst xmlns:a="http://schemas.openxmlformats.org/drawingml/2006/main">
              <a:ext uri="{FF2B5EF4-FFF2-40B4-BE49-F238E27FC236}">
                <a16:creationId xmlns:a16="http://schemas.microsoft.com/office/drawing/2014/main" id="{B0975E76-E8D9-434F-9993-DB0EBAE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70" name="workflow-step-body-61-3">
            <a:extLst xmlns:a="http://schemas.openxmlformats.org/drawingml/2006/main">
              <a:ext uri="{FF2B5EF4-FFF2-40B4-BE49-F238E27FC236}">
                <a16:creationId xmlns:a16="http://schemas.microsoft.com/office/drawing/2014/main" id="{FE76E8F8-2280-4895-AAEB-CEF9966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71" name="workflow-step-outline-61-4">
            <a:extLst xmlns:a="http://schemas.openxmlformats.org/drawingml/2006/main">
              <a:ext uri="{FF2B5EF4-FFF2-40B4-BE49-F238E27FC236}">
                <a16:creationId xmlns:a16="http://schemas.microsoft.com/office/drawing/2014/main" id="{17789C12-F667-406F-A25E-9A366A79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workflow-step-num-61-4">
            <a:extLst xmlns:a="http://schemas.openxmlformats.org/drawingml/2006/main">
              <a:ext uri="{FF2B5EF4-FFF2-40B4-BE49-F238E27FC236}">
                <a16:creationId xmlns:a16="http://schemas.microsoft.com/office/drawing/2014/main" id="{317CC752-BC8F-422E-B798-75CADF5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3" name="workflow-step-title-61-4">
            <a:extLst xmlns:a="http://schemas.openxmlformats.org/drawingml/2006/main">
              <a:ext uri="{FF2B5EF4-FFF2-40B4-BE49-F238E27FC236}">
                <a16:creationId xmlns:a16="http://schemas.microsoft.com/office/drawing/2014/main" id="{F8A78906-2D93-43EC-8BB9-D6A3EFF3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74" name="workflow-step-body-61-4">
            <a:extLst xmlns:a="http://schemas.openxmlformats.org/drawingml/2006/main">
              <a:ext uri="{FF2B5EF4-FFF2-40B4-BE49-F238E27FC236}">
                <a16:creationId xmlns:a16="http://schemas.microsoft.com/office/drawing/2014/main" id="{5BC28A67-CA10-4B17-88FD-F00775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75" name="workflow-step-outline-61-5">
            <a:extLst xmlns:a="http://schemas.openxmlformats.org/drawingml/2006/main">
              <a:ext uri="{FF2B5EF4-FFF2-40B4-BE49-F238E27FC236}">
                <a16:creationId xmlns:a16="http://schemas.microsoft.com/office/drawing/2014/main" id="{B8BEC513-9F54-40F2-A564-96B1E8AF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workflow-step-num-61-5">
            <a:extLst xmlns:a="http://schemas.openxmlformats.org/drawingml/2006/main">
              <a:ext uri="{FF2B5EF4-FFF2-40B4-BE49-F238E27FC236}">
                <a16:creationId xmlns:a16="http://schemas.microsoft.com/office/drawing/2014/main" id="{62E95955-AFE8-4C65-85F0-7B15C29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7" name="workflow-step-title-61-5">
            <a:extLst xmlns:a="http://schemas.openxmlformats.org/drawingml/2006/main">
              <a:ext uri="{FF2B5EF4-FFF2-40B4-BE49-F238E27FC236}">
                <a16:creationId xmlns:a16="http://schemas.microsoft.com/office/drawing/2014/main" id="{61819442-B73B-465D-8B9F-49B0807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78" name="workflow-step-body-61-5">
            <a:extLst xmlns:a="http://schemas.openxmlformats.org/drawingml/2006/main">
              <a:ext uri="{FF2B5EF4-FFF2-40B4-BE49-F238E27FC236}">
                <a16:creationId xmlns:a16="http://schemas.microsoft.com/office/drawing/2014/main" id="{AA55F55C-BD8E-4B41-BEA5-B5EBADF8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79" name="workflow-step-outline-61-6">
            <a:extLst xmlns:a="http://schemas.openxmlformats.org/drawingml/2006/main">
              <a:ext uri="{FF2B5EF4-FFF2-40B4-BE49-F238E27FC236}">
                <a16:creationId xmlns:a16="http://schemas.microsoft.com/office/drawing/2014/main" id="{1AADFD28-7C8D-40B2-AE00-5D8C864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workflow-step-num-61-6">
            <a:extLst xmlns:a="http://schemas.openxmlformats.org/drawingml/2006/main">
              <a:ext uri="{FF2B5EF4-FFF2-40B4-BE49-F238E27FC236}">
                <a16:creationId xmlns:a16="http://schemas.microsoft.com/office/drawing/2014/main" id="{98529500-EBFE-4B41-9A17-D6EE5C4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1" name="workflow-step-title-61-6">
            <a:extLst xmlns:a="http://schemas.openxmlformats.org/drawingml/2006/main">
              <a:ext uri="{FF2B5EF4-FFF2-40B4-BE49-F238E27FC236}">
                <a16:creationId xmlns:a16="http://schemas.microsoft.com/office/drawing/2014/main" id="{959D9196-E565-4BF0-8E2B-C80810B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82" name="workflow-step-body-61-6">
            <a:extLst xmlns:a="http://schemas.openxmlformats.org/drawingml/2006/main">
              <a:ext uri="{FF2B5EF4-FFF2-40B4-BE49-F238E27FC236}">
                <a16:creationId xmlns:a16="http://schemas.microsoft.com/office/drawing/2014/main" id="{31C8D771-B51D-4CE1-B6B0-9C48E0E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83" name="workflow-step-outline-61-7">
            <a:extLst xmlns:a="http://schemas.openxmlformats.org/drawingml/2006/main">
              <a:ext uri="{FF2B5EF4-FFF2-40B4-BE49-F238E27FC236}">
                <a16:creationId xmlns:a16="http://schemas.microsoft.com/office/drawing/2014/main" id="{C277415D-6CDE-4F30-9B57-8B21AFE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workflow-step-num-61-7">
            <a:extLst xmlns:a="http://schemas.openxmlformats.org/drawingml/2006/main">
              <a:ext uri="{FF2B5EF4-FFF2-40B4-BE49-F238E27FC236}">
                <a16:creationId xmlns:a16="http://schemas.microsoft.com/office/drawing/2014/main" id="{9C34658D-42E4-454B-AD30-FFF65D9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5" name="workflow-step-title-61-7">
            <a:extLst xmlns:a="http://schemas.openxmlformats.org/drawingml/2006/main">
              <a:ext uri="{FF2B5EF4-FFF2-40B4-BE49-F238E27FC236}">
                <a16:creationId xmlns:a16="http://schemas.microsoft.com/office/drawing/2014/main" id="{C1AC20BD-2CBD-43F4-9F2F-2CC8FE8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86" name="workflow-step-body-61-7">
            <a:extLst xmlns:a="http://schemas.openxmlformats.org/drawingml/2006/main">
              <a:ext uri="{FF2B5EF4-FFF2-40B4-BE49-F238E27FC236}">
                <a16:creationId xmlns:a16="http://schemas.microsoft.com/office/drawing/2014/main" id="{D040993B-803E-4B7B-908D-7AEAD572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论文阅读展示｜推理流程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论文名称｜推理流程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3284CA-E44C-42CF-9A8C-28113E3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61C464E-9165-40BE-83EE-C086CFB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25CBC4AA-17B1-4B8F-B609-6F2D819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A8D7C58-D3A7-4B56-8A41-56F83B7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A418BCB3-DAEE-40AA-A7D7-DF25517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758BCE4-25E1-4574-BF7B-C3C9D6E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594D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25E9F27-8A2E-4980-BDED-BAD23DF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9054221-A808-4072-91FD-A49D0B2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8FF94E7-EB85-4535-B58E-5C800214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F753490-8302-4014-B375-2778DF9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输入说明</a:t>
            </a:r>
            <a:endParaRPr sz="1088" b="1">
              <a:solidFill>
                <a:srgbClr val="5C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1990323-1349-480D-A8D8-D3981CD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37E779-731E-4F15-B173-AFBBB8C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3F8AA5B-CA9B-488C-8314-FCD25B8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01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4C8CD22-884D-4422-9CD3-2280864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EE2AD78F-C869-40D3-92EB-FD54812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2EF10EC-E19A-4131-BC3C-6CA4CCD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EF11FFD-8942-4111-BFC7-EA815A8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CF067B6-09C1-4D10-B938-9623973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383185F-0C8E-49AB-AE09-862F1F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79E64A9-524D-4E3C-955C-525766B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7E142C-1BBF-43E7-8914-1628A79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03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C561196-E899-4F6A-A535-D0F36ED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B22583B-A1AD-4C6A-AB3A-D0EB4F3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8BCD798-F693-4FCD-8AED-41D01E4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FA79FEA-A851-4740-AB9E-464DCA9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04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1198E15-152C-4DAD-A0E7-159025A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7CCF455D-3996-4F16-8AB6-F5CE8CB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B9DC9CC-E1E9-462D-898A-3A1CCE3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651BCD5-FE60-45B5-9348-B3A707A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05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90BCF45-EBD3-4482-8C6A-7873A6C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6260218D-AF33-4AE0-B835-D69E76C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B28F648-A6A2-4CEC-84D4-36E26B0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2C34E5A-29D3-451F-9B37-AC73A85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3BEC4E7-0961-4528-9CE5-A3E869B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输出说明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95F1C812-EAF0-4E3F-AE85-B3794DD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1029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04FBEA4-D32C-481E-BFD6-C3ABC86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运行时模块状态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A566C0-6C11-4D8B-822C-6467713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保留模块｜移除模块｜运行时输出｜下一轮输入</a:t>
            </a:r>
          </a:p>
        </p:txBody>
      </p:sp>
      <p:sp>
        <p:nvSpPr>
          <p:cNvPr id="49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7D03F808-D68C-471E-A4C1-503D876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  <p:sp>
        <p:nvSpPr>
          <p:cNvPr id="50" name="chapter3-primary-40-0">
            <a:extLst xmlns:a="http://schemas.openxmlformats.org/drawingml/2006/main">
              <a:ext uri="{FF2B5EF4-FFF2-40B4-BE49-F238E27FC236}">
                <a16:creationId xmlns:a16="http://schemas.microsoft.com/office/drawing/2014/main" id="{0CCC9D78-47C4-4B34-87A8-262F709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1" name="chapter3-primary-40-1">
            <a:extLst xmlns:a="http://schemas.openxmlformats.org/drawingml/2006/main">
              <a:ext uri="{FF2B5EF4-FFF2-40B4-BE49-F238E27FC236}">
                <a16:creationId xmlns:a16="http://schemas.microsoft.com/office/drawing/2014/main" id="{1330F307-5F9B-4AE4-B48F-7E0BA6E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处理与状态变化</a:t>
            </a:r>
          </a:p>
        </p:txBody>
      </p:sp>
      <p:sp>
        <p:nvSpPr>
          <p:cNvPr id="52" name="chapter3-primary-40-2">
            <a:extLst xmlns:a="http://schemas.openxmlformats.org/drawingml/2006/main">
              <a:ext uri="{FF2B5EF4-FFF2-40B4-BE49-F238E27FC236}">
                <a16:creationId xmlns:a16="http://schemas.microsoft.com/office/drawing/2014/main" id="{A6239164-262C-4927-93C3-0B80976A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输出与闭环</a:t>
            </a:r>
          </a:p>
        </p:txBody>
      </p:sp>
    </p:spTree>
    <p:extLst>
      <p:ext uri="{BB962C8B-B14F-4D97-AF65-F5344CB8AC3E}">
        <p14:creationId xmlns:p14="http://schemas.microsoft.com/office/powerpoint/2010/main" val="14200683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论文阅读展示｜训练 / 推理双通道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论文名称｜训练与推理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  <p:sp>
        <p:nvSpPr>
          <p:cNvPr id="55" name="paper-workflow-lane-48-0">
            <a:extLst xmlns:a="http://schemas.openxmlformats.org/drawingml/2006/main">
              <a:ext uri="{FF2B5EF4-FFF2-40B4-BE49-F238E27FC236}">
                <a16:creationId xmlns:a16="http://schemas.microsoft.com/office/drawing/2014/main" id="{80708B8B-1D19-4EA6-9D08-1F1A2E3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paper-workflow-lane-title-48-0">
            <a:extLst xmlns:a="http://schemas.openxmlformats.org/drawingml/2006/main">
              <a:ext uri="{FF2B5EF4-FFF2-40B4-BE49-F238E27FC236}">
                <a16:creationId xmlns:a16="http://schemas.microsoft.com/office/drawing/2014/main" id="{8953D1C8-A1C5-4F76-80D7-4C88D3F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428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57" name="paper-workflow-headline-48-0">
            <a:extLst xmlns:a="http://schemas.openxmlformats.org/drawingml/2006/main">
              <a:ext uri="{FF2B5EF4-FFF2-40B4-BE49-F238E27FC236}">
                <a16:creationId xmlns:a16="http://schemas.microsoft.com/office/drawing/2014/main" id="{CB59B6E1-2E47-492C-A0AB-D26AB0D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阶段说明</a:t>
            </a:r>
          </a:p>
        </p:txBody>
      </p:sp>
      <p:sp>
        <p:nvSpPr>
          <p:cNvPr id="58" name="paper-workflow-num-48-0-0">
            <a:extLst xmlns:a="http://schemas.openxmlformats.org/drawingml/2006/main">
              <a:ext uri="{FF2B5EF4-FFF2-40B4-BE49-F238E27FC236}">
                <a16:creationId xmlns:a16="http://schemas.microsoft.com/office/drawing/2014/main" id="{0D8F3DA0-2321-4E54-992E-C91D777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9" name="paper-workflow-item-48-0-0">
            <a:extLst xmlns:a="http://schemas.openxmlformats.org/drawingml/2006/main">
              <a:ext uri="{FF2B5EF4-FFF2-40B4-BE49-F238E27FC236}">
                <a16:creationId xmlns:a16="http://schemas.microsoft.com/office/drawing/2014/main" id="{97C48C99-F424-47D0-9B73-BB042CB8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0" name="paper-workflow-num-48-0-1">
            <a:extLst xmlns:a="http://schemas.openxmlformats.org/drawingml/2006/main">
              <a:ext uri="{FF2B5EF4-FFF2-40B4-BE49-F238E27FC236}">
                <a16:creationId xmlns:a16="http://schemas.microsoft.com/office/drawing/2014/main" id="{849AE805-AEBC-424C-B2DA-DB4843B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1" name="paper-workflow-item-48-0-1">
            <a:extLst xmlns:a="http://schemas.openxmlformats.org/drawingml/2006/main">
              <a:ext uri="{FF2B5EF4-FFF2-40B4-BE49-F238E27FC236}">
                <a16:creationId xmlns:a16="http://schemas.microsoft.com/office/drawing/2014/main" id="{0DFB97E1-5C95-4094-857A-CA72678F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2" name="paper-workflow-num-48-0-2">
            <a:extLst xmlns:a="http://schemas.openxmlformats.org/drawingml/2006/main">
              <a:ext uri="{FF2B5EF4-FFF2-40B4-BE49-F238E27FC236}">
                <a16:creationId xmlns:a16="http://schemas.microsoft.com/office/drawing/2014/main" id="{3927942E-3C4A-4B7B-A957-031E703B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3" name="paper-workflow-item-48-0-2">
            <a:extLst xmlns:a="http://schemas.openxmlformats.org/drawingml/2006/main">
              <a:ext uri="{FF2B5EF4-FFF2-40B4-BE49-F238E27FC236}">
                <a16:creationId xmlns:a16="http://schemas.microsoft.com/office/drawing/2014/main" id="{B14CB178-2754-4DDE-8620-4C1640F3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4" name="paper-workflow-num-48-0-3">
            <a:extLst xmlns:a="http://schemas.openxmlformats.org/drawingml/2006/main">
              <a:ext uri="{FF2B5EF4-FFF2-40B4-BE49-F238E27FC236}">
                <a16:creationId xmlns:a16="http://schemas.microsoft.com/office/drawing/2014/main" id="{DBE0E7A8-F4BC-45B9-A2D7-4F24DB7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5" name="paper-workflow-item-48-0-3">
            <a:extLst xmlns:a="http://schemas.openxmlformats.org/drawingml/2006/main">
              <a:ext uri="{FF2B5EF4-FFF2-40B4-BE49-F238E27FC236}">
                <a16:creationId xmlns:a16="http://schemas.microsoft.com/office/drawing/2014/main" id="{A566DC36-5795-4AC8-BED7-20FF658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385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6" name="paper-workflow-num-48-0-4">
            <a:extLst xmlns:a="http://schemas.openxmlformats.org/drawingml/2006/main">
              <a:ext uri="{FF2B5EF4-FFF2-40B4-BE49-F238E27FC236}">
                <a16:creationId xmlns:a16="http://schemas.microsoft.com/office/drawing/2014/main" id="{24F9750F-9905-400C-BD87-5B12810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238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7" name="paper-workflow-item-48-0-4">
            <a:extLst xmlns:a="http://schemas.openxmlformats.org/drawingml/2006/main">
              <a:ext uri="{FF2B5EF4-FFF2-40B4-BE49-F238E27FC236}">
                <a16:creationId xmlns:a16="http://schemas.microsoft.com/office/drawing/2014/main" id="{1ADD7F7F-6079-4DD3-AA19-5180B30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32385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68" name="paper-workflow-lane-48-1">
            <a:extLst xmlns:a="http://schemas.openxmlformats.org/drawingml/2006/main">
              <a:ext uri="{FF2B5EF4-FFF2-40B4-BE49-F238E27FC236}">
                <a16:creationId xmlns:a16="http://schemas.microsoft.com/office/drawing/2014/main" id="{2F8ACD01-66BB-43CC-8ACA-3855312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paper-workflow-lane-title-48-1">
            <a:extLst xmlns:a="http://schemas.openxmlformats.org/drawingml/2006/main">
              <a:ext uri="{FF2B5EF4-FFF2-40B4-BE49-F238E27FC236}">
                <a16:creationId xmlns:a16="http://schemas.microsoft.com/office/drawing/2014/main" id="{D78E6237-3551-4133-B3AC-7DADA12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428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70" name="paper-workflow-headline-48-1">
            <a:extLst xmlns:a="http://schemas.openxmlformats.org/drawingml/2006/main">
              <a:ext uri="{FF2B5EF4-FFF2-40B4-BE49-F238E27FC236}">
                <a16:creationId xmlns:a16="http://schemas.microsoft.com/office/drawing/2014/main" id="{71497F50-2B52-4FF3-AE35-4FEBDBA5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24325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阶段说明</a:t>
            </a:r>
          </a:p>
        </p:txBody>
      </p:sp>
      <p:sp>
        <p:nvSpPr>
          <p:cNvPr id="71" name="paper-workflow-num-48-1-0">
            <a:extLst xmlns:a="http://schemas.openxmlformats.org/drawingml/2006/main">
              <a:ext uri="{FF2B5EF4-FFF2-40B4-BE49-F238E27FC236}">
                <a16:creationId xmlns:a16="http://schemas.microsoft.com/office/drawing/2014/main" id="{5396D1A9-4F45-4D88-BE52-87C9B69A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2" name="paper-workflow-item-48-1-0">
            <a:extLst xmlns:a="http://schemas.openxmlformats.org/drawingml/2006/main">
              <a:ext uri="{FF2B5EF4-FFF2-40B4-BE49-F238E27FC236}">
                <a16:creationId xmlns:a16="http://schemas.microsoft.com/office/drawing/2014/main" id="{2A53942A-B5BE-4E32-88E6-890C01D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73" name="paper-workflow-num-48-1-1">
            <a:extLst xmlns:a="http://schemas.openxmlformats.org/drawingml/2006/main">
              <a:ext uri="{FF2B5EF4-FFF2-40B4-BE49-F238E27FC236}">
                <a16:creationId xmlns:a16="http://schemas.microsoft.com/office/drawing/2014/main" id="{462B8F80-A45F-45D4-85DA-7E74751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4" name="paper-workflow-item-48-1-1">
            <a:extLst xmlns:a="http://schemas.openxmlformats.org/drawingml/2006/main">
              <a:ext uri="{FF2B5EF4-FFF2-40B4-BE49-F238E27FC236}">
                <a16:creationId xmlns:a16="http://schemas.microsoft.com/office/drawing/2014/main" id="{01947341-044E-47B4-9FC9-F43C029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75" name="paper-workflow-num-48-1-2">
            <a:extLst xmlns:a="http://schemas.openxmlformats.org/drawingml/2006/main">
              <a:ext uri="{FF2B5EF4-FFF2-40B4-BE49-F238E27FC236}">
                <a16:creationId xmlns:a16="http://schemas.microsoft.com/office/drawing/2014/main" id="{3C1F62AE-1570-4A7F-827D-8FD5767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6" name="paper-workflow-item-48-1-2">
            <a:extLst xmlns:a="http://schemas.openxmlformats.org/drawingml/2006/main">
              <a:ext uri="{FF2B5EF4-FFF2-40B4-BE49-F238E27FC236}">
                <a16:creationId xmlns:a16="http://schemas.microsoft.com/office/drawing/2014/main" id="{F78019E7-6F30-4219-967C-AA7D5AC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论文阅读展示｜关键接口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论文名称｜关键接口问题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  <p:sp>
        <p:nvSpPr>
          <p:cNvPr id="55" name="paper-interface-oneline-60">
            <a:extLst xmlns:a="http://schemas.openxmlformats.org/drawingml/2006/main">
              <a:ext uri="{FF2B5EF4-FFF2-40B4-BE49-F238E27FC236}">
                <a16:creationId xmlns:a16="http://schemas.microsoft.com/office/drawing/2014/main" id="{222E4E72-39EE-44D7-9317-71B6212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关键问题｜为什么需要该转换</a:t>
            </a:r>
          </a:p>
        </p:txBody>
      </p:sp>
      <p:sp>
        <p:nvSpPr>
          <p:cNvPr id="56" name="paper-interface-image-frame-60">
            <a:extLst xmlns:a="http://schemas.openxmlformats.org/drawingml/2006/main">
              <a:ext uri="{FF2B5EF4-FFF2-40B4-BE49-F238E27FC236}">
                <a16:creationId xmlns:a16="http://schemas.microsoft.com/office/drawing/2014/main" id="{9C410F37-48C3-4A12-BE52-B3C1D21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71818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D5DD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cff424989404f"/>
          <a:srcRect xmlns:a="http://schemas.openxmlformats.org/drawingml/2006/main" l="0" t="0" r="0" b="12000"/>
          <a:stretch xmlns:a="http://schemas.openxmlformats.org/drawingml/2006/main"/>
        </p:blipFill>
        <p:spPr>
          <a:xfrm xmlns:a="http://schemas.openxmlformats.org/drawingml/2006/main">
            <a:off x="940594" y="2724150"/>
            <a:ext cx="6367463" cy="2000250"/>
          </a:xfrm>
          <a:prstGeom xmlns:a="http://schemas.openxmlformats.org/drawingml/2006/main" prst="rect">
            <a:avLst/>
          </a:prstGeom>
        </p:spPr>
      </p:pic>
      <p:sp>
        <p:nvSpPr>
          <p:cNvPr id="58" name="paper-interface-label-60-0">
            <a:extLst xmlns:a="http://schemas.openxmlformats.org/drawingml/2006/main">
              <a:ext uri="{FF2B5EF4-FFF2-40B4-BE49-F238E27FC236}">
                <a16:creationId xmlns:a16="http://schemas.microsoft.com/office/drawing/2014/main" id="{2C019592-09E7-4E20-A01E-1A1B59C7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9" name="paper-interface-body-60-0">
            <a:extLst xmlns:a="http://schemas.openxmlformats.org/drawingml/2006/main">
              <a:ext uri="{FF2B5EF4-FFF2-40B4-BE49-F238E27FC236}">
                <a16:creationId xmlns:a16="http://schemas.microsoft.com/office/drawing/2014/main" id="{77789DD2-0A52-452C-A80E-AD5D280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0" name="paper-interface-label-60-1">
            <a:extLst xmlns:a="http://schemas.openxmlformats.org/drawingml/2006/main">
              <a:ext uri="{FF2B5EF4-FFF2-40B4-BE49-F238E27FC236}">
                <a16:creationId xmlns:a16="http://schemas.microsoft.com/office/drawing/2014/main" id="{487A54D6-11AD-4B7F-A464-5261F84C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转换</a:t>
            </a:r>
          </a:p>
        </p:txBody>
      </p:sp>
      <p:sp>
        <p:nvSpPr>
          <p:cNvPr id="61" name="paper-interface-body-60-1">
            <a:extLst xmlns:a="http://schemas.openxmlformats.org/drawingml/2006/main">
              <a:ext uri="{FF2B5EF4-FFF2-40B4-BE49-F238E27FC236}">
                <a16:creationId xmlns:a16="http://schemas.microsoft.com/office/drawing/2014/main" id="{92D58A57-3F8D-4C9D-99F6-88860A0B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2" name="paper-interface-label-60-2">
            <a:extLst xmlns:a="http://schemas.openxmlformats.org/drawingml/2006/main">
              <a:ext uri="{FF2B5EF4-FFF2-40B4-BE49-F238E27FC236}">
                <a16:creationId xmlns:a16="http://schemas.microsoft.com/office/drawing/2014/main" id="{EBA29D36-66C1-4647-BB77-9A4D86F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3" name="paper-interface-body-60-2">
            <a:extLst xmlns:a="http://schemas.openxmlformats.org/drawingml/2006/main">
              <a:ext uri="{FF2B5EF4-FFF2-40B4-BE49-F238E27FC236}">
                <a16:creationId xmlns:a16="http://schemas.microsoft.com/office/drawing/2014/main" id="{848E3F56-4F83-47CD-9951-10E5E38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4" name="paper-interface-label-60-3">
            <a:extLst xmlns:a="http://schemas.openxmlformats.org/drawingml/2006/main">
              <a:ext uri="{FF2B5EF4-FFF2-40B4-BE49-F238E27FC236}">
                <a16:creationId xmlns:a16="http://schemas.microsoft.com/office/drawing/2014/main" id="{08EA23AA-F553-4557-B0F7-F5BB0B1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下游用途</a:t>
            </a:r>
          </a:p>
        </p:txBody>
      </p:sp>
      <p:sp>
        <p:nvSpPr>
          <p:cNvPr id="65" name="paper-interface-body-60-3">
            <a:extLst xmlns:a="http://schemas.openxmlformats.org/drawingml/2006/main">
              <a:ext uri="{FF2B5EF4-FFF2-40B4-BE49-F238E27FC236}">
                <a16:creationId xmlns:a16="http://schemas.microsoft.com/office/drawing/2014/main" id="{C78D9FBB-15A1-430F-BB8E-54CD211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66" name="paper-interface-distinction-60">
            <a:extLst xmlns:a="http://schemas.openxmlformats.org/drawingml/2006/main">
              <a:ext uri="{FF2B5EF4-FFF2-40B4-BE49-F238E27FC236}">
                <a16:creationId xmlns:a16="http://schemas.microsoft.com/office/drawing/2014/main" id="{756E1AEA-629D-4D61-8546-A5C66BE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6668">
            <a:solidFill>
              <a:srgbClr val="B9CAD4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比较结论｜统一维度下的差异说明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FC50F5-E022-424F-A71B-6DBD465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论文阅读展示｜阶段参与矩阵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386A6-3E7C-43CB-BC96-2C28AD6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论文名称｜阶段参与矩阵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4142ED-584B-40F2-9E8D-DB98DB6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7BC8F8-9467-4479-8995-76EC578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F7743A-1CB7-414F-9892-42D1CB5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D34B399-F223-40B1-B20E-79F6AAE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9DB83F-0C89-4BA8-87D5-963BFE8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EBEB4E-C51B-463F-841B-FF61283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CD6AC0-E9C0-4232-B727-12AA6D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graphicFrame>
        <p:nvGraphicFramePr>
          <p:cNvPr id="24" name="表格 19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924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56372"/>
                <a:gridCol w="2963878"/>
                <a:gridCol w="3402971"/>
                <a:gridCol w="2963878"/>
              </a:tblGrid>
              <a:tr h="361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5250" marR="95250" marT="57150" marB="57150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参与模块 / 数据</a:t>
                      </a:r>
                    </a:p>
                  </a:txBody>
                  <a:tcPr marL="95250" marR="95250" marT="57150" marB="57150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 / 冻结 / 保留 / 移除</a:t>
                      </a:r>
                      <a:endParaRPr sz="11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输出与下一阶段</a:t>
                      </a:r>
                    </a:p>
                  </a:txBody>
                  <a:tcPr marL="91440" marR="91440" marT="45720" marB="45720" anchor="ctr">
                    <a:solidFill>
                      <a:srgbClr val="0F5D73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01</a:t>
                      </a: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</a:p>
                  </a:txBody>
                  <a:tcPr marL="95250" marR="95250" marT="76200" marB="76200" anchor="ctr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02</a:t>
                      </a: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03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保留模块 / 输入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/ 移除说明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输出 / 下一轮输入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13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133A316-44C6-4409-96EB-CB21A7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640909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FC50F5-E022-424F-A71B-6DBD465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论文阅读展示｜直接比较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386A6-3E7C-43CB-BC96-2C28AD6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比较对象 A 与比较对象 B｜比较结论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4142ED-584B-40F2-9E8D-DB98DB6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7BC8F8-9467-4479-8995-76EC578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F7743A-1CB7-414F-9892-42D1CB5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论文总览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D34B399-F223-40B1-B20E-79F6AAE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训练流程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9DB83F-0C89-4BA8-87D5-963BFE8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推理流程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EBEB4E-C51B-463F-841B-FF61283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78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CD6AC0-E9C0-4232-B727-12AA6D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比较结论</a:t>
            </a:r>
          </a:p>
        </p:txBody>
      </p:sp>
      <p:graphicFrame>
        <p:nvGraphicFramePr>
          <p:cNvPr id="24" name="表格 19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4095750"/>
                <a:gridCol w="5353050"/>
              </a:tblGrid>
              <a:tr h="361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 A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 B</a:t>
                      </a:r>
                      <a:endParaRPr sz="11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研究对象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方法或实现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/ 推理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证据说明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</a:tbl>
          </a:graphicData>
        </a:graphic>
      </p:graphicFrame>
      <p:sp>
        <p:nvSpPr>
          <p:cNvPr id="13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133A316-44C6-4409-96EB-CB21A7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640909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2026-09-03T07:23:34.5050000Z</dcterms:created>
  <dcterms:modified xsi:type="dcterms:W3CDTF">2026-09-03T07:23:34.5050000Z</dcterms:modified>
</coreProperties>
</file>