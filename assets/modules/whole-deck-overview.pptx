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5bb22d38584341" /><Relationship Type="http://schemas.openxmlformats.org/officeDocument/2006/relationships/extended-properties" Target="/docProps/app.xml" Id="R551d93da77574064" /><Relationship Type="http://schemas.openxmlformats.org/officeDocument/2006/relationships/officeDocument" Target="/ppt/presentation.xml" Id="R3d5b41854e0546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b838cf273743a3"/>
  </p:sldMasterIdLst>
  <p:notesMasterIdLst>
    <p:notesMasterId xmlns:r="http://schemas.openxmlformats.org/officeDocument/2006/relationships" r:id="R381b058102474fec"/>
  </p:notesMasterIdLst>
  <p:sldIdLst>
    <p:sldId xmlns:r="http://schemas.openxmlformats.org/officeDocument/2006/relationships" id="256" r:id="R2f7b6e2ea6b84b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4341dab0b44765" /><Relationship Type="http://schemas.openxmlformats.org/officeDocument/2006/relationships/slideMaster" Target="/ppt/slideMasters/slideMaster1.xml" Id="R2cb838cf273743a3" /><Relationship Type="http://schemas.openxmlformats.org/officeDocument/2006/relationships/notesMaster" Target="/ppt/notesMasters/notesMaster1.xml" Id="R381b058102474fec" /><Relationship Type="http://schemas.openxmlformats.org/officeDocument/2006/relationships/presProps" Target="/ppt/presProps.xml" Id="R21a0b34f154f432f" /><Relationship Type="http://schemas.openxmlformats.org/officeDocument/2006/relationships/viewProps" Target="/ppt/viewProps.xml" Id="Re93abdb165ee4f3d" /><Relationship Type="http://schemas.openxmlformats.org/officeDocument/2006/relationships/tableStyles" Target="/ppt/tableStyles.xml" Id="R3bd882e508f64ed0" /><Relationship Type="http://schemas.openxmlformats.org/officeDocument/2006/relationships/slide" Target="/ppt/slides/slide1.xml" Id="R2f7b6e2ea6b84b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9048a83cf944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8f86948fea42d3" /><Relationship Type="http://schemas.openxmlformats.org/officeDocument/2006/relationships/notesMaster" Target="/ppt/notesMasters/notesMaster1.xml" Id="R370d666b416343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本页是“全局总览”字段模板，显示标题、主体关系、解释层级与来源位置。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05a6c34fa40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394076c4ab47a0" /><Relationship Type="http://schemas.openxmlformats.org/officeDocument/2006/relationships/slideLayout" Target="/ppt/slideLayouts/slideLayout1.xml" Id="R3e4f9e2076b247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4f9e2076b247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11ad1a10d4faf" /><Relationship Type="http://schemas.openxmlformats.org/officeDocument/2006/relationships/notesSlide" Target="/ppt/notesSlides/notesSlide1.xml" Id="Re303e1bc660c47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6E95F89-BB86-49CC-A0E0-F9561999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全局总览目录｜全局总览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3360FD1-F6D4-43D4-9A50-A3C2B085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全局总览｜页面标题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54BDF8CB-F557-45DA-852E-4B01C2ED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A11952A-9667-41FF-BC4C-3C6D9024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290F14E5-683A-41A7-9FB4-8DF7E98A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BA7D496-D676-45FA-A688-F1909762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20E1443-C03A-49AA-9314-D81207D2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章节标题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A5B5441-57E8-4308-86CE-C68996D9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C5E0B28-64AF-40C2-B801-93AA0D96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章节范围｜页码范围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BF5D2229-E108-4F98-B6A8-46A335F5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300868E-342D-44F5-A679-DA9C3110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4D99904-4379-44E0-93A5-4DE3F429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章节标题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9C762A96-1EE2-49D0-A641-53C6333D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85162A2-1A5A-40FF-87F1-2756CDD3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章节范围｜页码范围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C4119DCA-60BC-4FBB-917B-9523F330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3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7F5949F-1221-45A9-A3AA-CA04C1C3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8848184-2A13-4251-A670-9D295404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章节标题</a:t>
            </a: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9011C35A-6463-448E-8B61-19EB55C4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A530F39-A7B5-482F-A449-58292E2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章节范围｜页码范围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8A825979-0E50-41B7-AD2B-024F233C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896AE87-C8D4-4487-A0D1-D5A05CC3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E20BDBC-F1BC-4547-9B1F-D8AB6354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章节标题</a:t>
            </a:r>
          </a:p>
        </p:txBody>
      </p:sp>
      <p:sp>
        <p:nvSpPr>
          <p:cNvPr id="26" name="直接连接符 25">
            <a:extLst xmlns:a="http://schemas.openxmlformats.org/drawingml/2006/main">
              <a:ext uri="{FF2B5EF4-FFF2-40B4-BE49-F238E27FC236}">
                <a16:creationId xmlns:a16="http://schemas.microsoft.com/office/drawing/2014/main" id="{745EEC7A-9663-4A32-9742-DFDCD6B5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FC0CA5D-10D5-4D16-B29B-7CEF92AE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章节范围｜页码范围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513FA29F-2ABD-4F68-AFD5-25AB0327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66900"/>
            <a:ext cx="2057400" cy="37719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ED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E8DA86F-7B63-4F3E-A5C3-89DE06F0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76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11BA23F-B97A-4207-9188-5FBE4453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章节标题</a:t>
            </a:r>
          </a:p>
        </p:txBody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D889048F-1286-42D9-926B-8A3B1391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861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ED6E293-15BC-4968-B667-EB82B5DC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76600"/>
            <a:ext cx="171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章节范围｜页码范围</a:t>
            </a:r>
          </a:p>
        </p:txBody>
      </p:sp>
      <p:sp>
        <p:nvSpPr>
          <p:cNvPr id="37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EB7B820C-28C5-4FE7-8AFC-3B09C770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1561535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2026-09-03T07:06:24.8930000Z</dcterms:created>
  <dcterms:modified xsi:type="dcterms:W3CDTF">2026-09-03T07:06:24.8930000Z</dcterms:modified>
</coreProperties>
</file>