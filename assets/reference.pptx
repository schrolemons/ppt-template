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c4ba547a35464a" /><Relationship Type="http://schemas.openxmlformats.org/officeDocument/2006/relationships/extended-properties" Target="/docProps/app.xml" Id="Ra2d1eb5318c748fb" /><Relationship Type="http://schemas.openxmlformats.org/officeDocument/2006/relationships/officeDocument" Target="/ppt/presentation.xml" Id="Rffd9e7e854f24d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00b848347346b8"/>
  </p:sldMasterIdLst>
  <p:notesMasterIdLst>
    <p:notesMasterId xmlns:r="http://schemas.openxmlformats.org/officeDocument/2006/relationships" r:id="R71402c4c55234b30"/>
  </p:notesMasterIdLst>
  <p:sldIdLst>
    <p:sldId xmlns:r="http://schemas.openxmlformats.org/officeDocument/2006/relationships" id="256" r:id="Rfa0497e3e17a4cba"/>
    <p:sldId xmlns:r="http://schemas.openxmlformats.org/officeDocument/2006/relationships" id="257" r:id="Ree6504b5b3564120"/>
    <p:sldId xmlns:r="http://schemas.openxmlformats.org/officeDocument/2006/relationships" id="258" r:id="R3d1dcbed0ed54e02"/>
    <p:sldId xmlns:r="http://schemas.openxmlformats.org/officeDocument/2006/relationships" id="259" r:id="R127d1993f0954093"/>
    <p:sldId xmlns:r="http://schemas.openxmlformats.org/officeDocument/2006/relationships" id="260" r:id="R0e0073773d994811"/>
    <p:sldId xmlns:r="http://schemas.openxmlformats.org/officeDocument/2006/relationships" id="261" r:id="Rfbfcfd73504a44a7"/>
    <p:sldId xmlns:r="http://schemas.openxmlformats.org/officeDocument/2006/relationships" id="262" r:id="R85ae5854d3894b16"/>
    <p:sldId xmlns:r="http://schemas.openxmlformats.org/officeDocument/2006/relationships" id="263" r:id="R9d241da06a814554"/>
    <p:sldId xmlns:r="http://schemas.openxmlformats.org/officeDocument/2006/relationships" id="264" r:id="Rf6aa9640bd364468"/>
    <p:sldId xmlns:r="http://schemas.openxmlformats.org/officeDocument/2006/relationships" id="265" r:id="R111783fc5e86432c"/>
    <p:sldId xmlns:r="http://schemas.openxmlformats.org/officeDocument/2006/relationships" id="266" r:id="R40a5f83daedb4680"/>
    <p:sldId xmlns:r="http://schemas.openxmlformats.org/officeDocument/2006/relationships" id="267" r:id="Rcb337325a2b84c39"/>
    <p:sldId xmlns:r="http://schemas.openxmlformats.org/officeDocument/2006/relationships" id="268" r:id="R7732df11fccd4947"/>
    <p:sldId xmlns:r="http://schemas.openxmlformats.org/officeDocument/2006/relationships" id="269" r:id="Rcf0ee8522cb9415c"/>
    <p:sldId xmlns:r="http://schemas.openxmlformats.org/officeDocument/2006/relationships" id="270" r:id="Rdc9b167c898c42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3837c049c54501" /><Relationship Type="http://schemas.openxmlformats.org/officeDocument/2006/relationships/slideMaster" Target="/ppt/slideMasters/slideMaster1.xml" Id="Rb000b848347346b8" /><Relationship Type="http://schemas.openxmlformats.org/officeDocument/2006/relationships/notesMaster" Target="/ppt/notesMasters/notesMaster1.xml" Id="R71402c4c55234b30" /><Relationship Type="http://schemas.openxmlformats.org/officeDocument/2006/relationships/presProps" Target="/ppt/presProps.xml" Id="Rb6ddabcfbca340ba" /><Relationship Type="http://schemas.openxmlformats.org/officeDocument/2006/relationships/viewProps" Target="/ppt/viewProps.xml" Id="R959c5e75c73046df" /><Relationship Type="http://schemas.openxmlformats.org/officeDocument/2006/relationships/tableStyles" Target="/ppt/tableStyles.xml" Id="R50d5252fb00f4384" /><Relationship Type="http://schemas.openxmlformats.org/officeDocument/2006/relationships/slide" Target="/ppt/slides/slide1.xml" Id="Rfa0497e3e17a4cba" /><Relationship Type="http://schemas.openxmlformats.org/officeDocument/2006/relationships/slide" Target="/ppt/slides/slide2.xml" Id="Ree6504b5b3564120" /><Relationship Type="http://schemas.openxmlformats.org/officeDocument/2006/relationships/slide" Target="/ppt/slides/slide3.xml" Id="R3d1dcbed0ed54e02" /><Relationship Type="http://schemas.openxmlformats.org/officeDocument/2006/relationships/slide" Target="/ppt/slides/slide4.xml" Id="R127d1993f0954093" /><Relationship Type="http://schemas.openxmlformats.org/officeDocument/2006/relationships/slide" Target="/ppt/slides/slide5.xml" Id="R0e0073773d994811" /><Relationship Type="http://schemas.openxmlformats.org/officeDocument/2006/relationships/slide" Target="/ppt/slides/slide6.xml" Id="Rfbfcfd73504a44a7" /><Relationship Type="http://schemas.openxmlformats.org/officeDocument/2006/relationships/slide" Target="/ppt/slides/slide7.xml" Id="R85ae5854d3894b16" /><Relationship Type="http://schemas.openxmlformats.org/officeDocument/2006/relationships/slide" Target="/ppt/slides/slide8.xml" Id="R9d241da06a814554" /><Relationship Type="http://schemas.openxmlformats.org/officeDocument/2006/relationships/slide" Target="/ppt/slides/slide9.xml" Id="Rf6aa9640bd364468" /><Relationship Type="http://schemas.openxmlformats.org/officeDocument/2006/relationships/slide" Target="/ppt/slides/slide10.xml" Id="R111783fc5e86432c" /><Relationship Type="http://schemas.openxmlformats.org/officeDocument/2006/relationships/slide" Target="/ppt/slides/slide11.xml" Id="R40a5f83daedb4680" /><Relationship Type="http://schemas.openxmlformats.org/officeDocument/2006/relationships/slide" Target="/ppt/slides/slide12.xml" Id="Rcb337325a2b84c39" /><Relationship Type="http://schemas.openxmlformats.org/officeDocument/2006/relationships/slide" Target="/ppt/slides/slide13.xml" Id="R7732df11fccd4947" /><Relationship Type="http://schemas.openxmlformats.org/officeDocument/2006/relationships/slide" Target="/ppt/slides/slide14.xml" Id="Rcf0ee8522cb9415c" /><Relationship Type="http://schemas.openxmlformats.org/officeDocument/2006/relationships/slide" Target="/ppt/slides/slide15.xml" Id="Rdc9b167c898c42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45540e6aae48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aa67f7dd404ec8" /><Relationship Type="http://schemas.openxmlformats.org/officeDocument/2006/relationships/notesMaster" Target="/ppt/notesMasters/notesMaster1.xml" Id="R0fc10c26ba4643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eefd7a44104ded" /><Relationship Type="http://schemas.openxmlformats.org/officeDocument/2006/relationships/notesMaster" Target="/ppt/notesMasters/notesMaster1.xml" Id="R019903ada4ad48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cd2c5527db456b" /><Relationship Type="http://schemas.openxmlformats.org/officeDocument/2006/relationships/notesMaster" Target="/ppt/notesMasters/notesMaster1.xml" Id="Rbdd957d366fd46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e0c5f03ba9478a" /><Relationship Type="http://schemas.openxmlformats.org/officeDocument/2006/relationships/notesMaster" Target="/ppt/notesMasters/notesMaster1.xml" Id="R977073c8bacf47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d0d05b20fd4187" /><Relationship Type="http://schemas.openxmlformats.org/officeDocument/2006/relationships/notesMaster" Target="/ppt/notesMasters/notesMaster1.xml" Id="Rba3cd37ae5bb42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fe9a8c0057419d" /><Relationship Type="http://schemas.openxmlformats.org/officeDocument/2006/relationships/notesMaster" Target="/ppt/notesMasters/notesMaster1.xml" Id="R0182469d4e0640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1043563b68459b" /><Relationship Type="http://schemas.openxmlformats.org/officeDocument/2006/relationships/notesMaster" Target="/ppt/notesMasters/notesMaster1.xml" Id="R3c87b94f9d8947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e84ddfe6b44b4a" /><Relationship Type="http://schemas.openxmlformats.org/officeDocument/2006/relationships/notesMaster" Target="/ppt/notesMasters/notesMaster1.xml" Id="R17ac638069b64d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98fed12d34416e" /><Relationship Type="http://schemas.openxmlformats.org/officeDocument/2006/relationships/notesMaster" Target="/ppt/notesMasters/notesMaster1.xml" Id="Rbd068038fcaa45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0c3f7bdbdb4442" /><Relationship Type="http://schemas.openxmlformats.org/officeDocument/2006/relationships/notesMaster" Target="/ppt/notesMasters/notesMaster1.xml" Id="Rdc4cf17850ef4c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416f977d5c43d4" /><Relationship Type="http://schemas.openxmlformats.org/officeDocument/2006/relationships/notesMaster" Target="/ppt/notesMasters/notesMaster1.xml" Id="Re2d522d423ce48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8aa0e096ab4da9" /><Relationship Type="http://schemas.openxmlformats.org/officeDocument/2006/relationships/notesMaster" Target="/ppt/notesMasters/notesMaster1.xml" Id="R31975d9ff3b744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3a19e96b1646e8" /><Relationship Type="http://schemas.openxmlformats.org/officeDocument/2006/relationships/notesMaster" Target="/ppt/notesMasters/notesMaster1.xml" Id="Rb303c4da01e04f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ee6dd75f03444b" /><Relationship Type="http://schemas.openxmlformats.org/officeDocument/2006/relationships/notesMaster" Target="/ppt/notesMasters/notesMaster1.xml" Id="Re26e7e101dc542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38d310fa0541af" /><Relationship Type="http://schemas.openxmlformats.org/officeDocument/2006/relationships/notesMaster" Target="/ppt/notesMasters/notesMaster1.xml" Id="R801d180024d14e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【口播稿占位】</a:t>
            </a:r>
          </a:p>
          <a:p xmlns:a="http://schemas.openxmlformats.org/drawingml/2006/main">
            <a:r>
              <a:t>【在此填写可直接朗读的完整多句口播稿】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【来源文件 / 作者 / 章节 / 页码或链接】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2d48552364d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412bc040394f40" /><Relationship Type="http://schemas.openxmlformats.org/officeDocument/2006/relationships/slideLayout" Target="/ppt/slideLayouts/slideLayout1.xml" Id="R3f8cbd6dd3ac47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8cbd6dd3ac47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84cae99704dde" /><Relationship Type="http://schemas.openxmlformats.org/officeDocument/2006/relationships/notesSlide" Target="/ppt/notesSlides/notesSlide1.xml" Id="R023ad224107340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d410efae54932" /><Relationship Type="http://schemas.openxmlformats.org/officeDocument/2006/relationships/notesSlide" Target="/ppt/notesSlides/notesSlide2.xml" Id="R6ad1748c592249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ea5ae77554c14" /><Relationship Type="http://schemas.openxmlformats.org/officeDocument/2006/relationships/notesSlide" Target="/ppt/notesSlides/notesSlide3.xml" Id="R8918a32d414b4b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523a3e31a4ecc" /><Relationship Type="http://schemas.openxmlformats.org/officeDocument/2006/relationships/notesSlide" Target="/ppt/notesSlides/notesSlide4.xml" Id="R6a26b70c0b7c4b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cdeaf9011406c" /><Relationship Type="http://schemas.openxmlformats.org/officeDocument/2006/relationships/notesSlide" Target="/ppt/notesSlides/notesSlide5.xml" Id="Re26b0c8329bd4c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6ed3e17c44a8b" /><Relationship Type="http://schemas.openxmlformats.org/officeDocument/2006/relationships/notesSlide" Target="/ppt/notesSlides/notesSlide6.xml" Id="R5b93c91326424a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e22c950c94186" /><Relationship Type="http://schemas.openxmlformats.org/officeDocument/2006/relationships/notesSlide" Target="/ppt/notesSlides/notesSlide7.xml" Id="R1a6b77ffaac245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139c3db384ccc" /><Relationship Type="http://schemas.openxmlformats.org/officeDocument/2006/relationships/notesSlide" Target="/ppt/notesSlides/notesSlide8.xml" Id="Rd4bd8dd82d254e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e926f877e413a" /><Relationship Type="http://schemas.openxmlformats.org/officeDocument/2006/relationships/notesSlide" Target="/ppt/notesSlides/notesSlide9.xml" Id="Re23330aef73f4e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713c47e2c41e4" /><Relationship Type="http://schemas.openxmlformats.org/officeDocument/2006/relationships/notesSlide" Target="/ppt/notesSlides/notesSlide10.xml" Id="Reefc3dfed75b4b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044d7d4bd4439" /><Relationship Type="http://schemas.openxmlformats.org/officeDocument/2006/relationships/notesSlide" Target="/ppt/notesSlides/notesSlide11.xml" Id="R12cee08a84104a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559604db44c12" /><Relationship Type="http://schemas.openxmlformats.org/officeDocument/2006/relationships/notesSlide" Target="/ppt/notesSlides/notesSlide12.xml" Id="R44d5f5b2a2fd41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d3d0ad59b467b" /><Relationship Type="http://schemas.openxmlformats.org/officeDocument/2006/relationships/notesSlide" Target="/ppt/notesSlides/notesSlide13.xml" Id="R955d3c646d0e43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c4522438a46fa" /><Relationship Type="http://schemas.openxmlformats.org/officeDocument/2006/relationships/image" Target="/ppt/media/image.png" Id="R31f9efc8fe3e4f59" /><Relationship Type="http://schemas.openxmlformats.org/officeDocument/2006/relationships/notesSlide" Target="/ppt/notesSlides/notesSlide14.xml" Id="R42c3b5e573574f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2af8aa6c94893" /><Relationship Type="http://schemas.openxmlformats.org/officeDocument/2006/relationships/notesSlide" Target="/ppt/notesSlides/notesSlide15.xml" Id="Rab8c588ce8ae41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B6E3197-DFCA-44EA-A757-91722992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【汇报类型】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307AF61-2A72-465E-90AA-9578DBD7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8096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【汇报主题】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【副标题或范围】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C33075-13F9-44AD-ACFB-D3E2E45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【关键词一】 · 【关键词二】 · 【关键词三】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E3B56A9-74CD-4900-B3D0-84071AE4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B0F9F39-5B6D-41FB-B60C-A98DF4DE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199" y="914400"/>
            <a:ext cx="1989221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ACADEMIC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1924ECB-5872-4B5C-9FB5-805CC3DD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172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6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6C4CE"/>
                </a:solidFill>
                <a:latin typeface="Microsoft YaHei"/>
                <a:ea typeface="Microsoft YaHei"/>
                <a:cs typeface="Microsoft YaHei"/>
              </a:rPr>
              <a:t>20XX.XX</a:t>
            </a:r>
            <a:endParaRPr sz="900" b="0">
              <a:solidFill>
                <a:srgbClr val="B6C4C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F381FB3-CB12-4851-A290-56D853BF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B6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6C4C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273030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70CB7B9-9EE2-4CF0-BE44-245FC446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AF9B79-CDE6-42F5-B089-34498A86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cxnSp>
        <p:nvCxnSpPr>
          <p:cNvPr id="55" name="直接箭头连接符 20"/>
          <p:cNvCxnSpPr/>
          <p:nvPr/>
        </p:nvCxnSpPr>
        <p:spPr>
          <a:xfrm xmlns:a="http://schemas.openxmlformats.org/drawingml/2006/main">
            <a:off x="457200" y="1371600"/>
            <a:ext cx="11239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6DE"/>
            </a:solidFill>
            <a:prstDash val="solid"/>
          </a:ln>
        </p:spPr>
      </p:cxnSp>
      <p:cxnSp>
        <p:nvCxnSpPr>
          <p:cNvPr id="56" name="直接箭头连接符 21"/>
          <p:cNvCxnSpPr/>
          <p:nvPr/>
        </p:nvCxnSpPr>
        <p:spPr>
          <a:xfrm xmlns:a="http://schemas.openxmlformats.org/drawingml/2006/main">
            <a:off x="1943100" y="3429000"/>
            <a:ext cx="2914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D93"/>
            </a:solidFill>
            <a:prstDash val="solid"/>
          </a:ln>
        </p:spPr>
      </p:cxnSp>
      <p:cxnSp>
        <p:nvCxnSpPr>
          <p:cNvPr id="57" name="直接箭头连接符 22"/>
          <p:cNvCxnSpPr/>
          <p:nvPr/>
        </p:nvCxnSpPr>
        <p:spPr>
          <a:xfrm xmlns:a="http://schemas.openxmlformats.org/drawingml/2006/main">
            <a:off x="5779170" y="3429000"/>
            <a:ext cx="29146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D93"/>
            </a:solidFill>
            <a:prstDash val="solid"/>
          </a:ln>
        </p:spPr>
      </p:cxn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221714B-CA75-4164-A45A-09AE8056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【阶段标题】</a:t>
            </a:r>
            <a:endParaRPr sz="180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4A043D7-163C-437C-A6E5-4A430987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3348786" cy="1127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C6875"/>
                </a:solidFill>
                <a:latin typeface="-apple-system"/>
                <a:ea typeface="-apple-system"/>
                <a:cs typeface="-apple-system"/>
              </a:rPr>
              <a:t>【阶段说明】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245CFED-9FFE-4EE6-A33B-4F53E81A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2" y="3151822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E47DD83-04A8-46E8-B5D7-8B00163D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2" y="3322267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B99FE9D-610D-426F-8A3A-EA5B6A4E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236" y="2038350"/>
            <a:ext cx="3677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【阶段标题】</a:t>
            </a:r>
            <a:endParaRPr sz="180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C5AFE1E-64A9-4381-949D-E461001D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304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【阶段说明】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1AEB726C-60BA-4E40-831A-6E52888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097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70A5643-E309-4991-A795-8DBA7930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097" y="3318027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EBA9D73-DC42-4533-9938-AA99D39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383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【阶段标题】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67EA368-C0F3-44CA-B381-3DC0DBB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49" y="4000500"/>
            <a:ext cx="3097129" cy="631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【阶段说明】</a:t>
            </a:r>
          </a:p>
        </p:txBody>
      </p:sp>
      <p:sp>
        <p:nvSpPr>
          <p:cNvPr id="18" name="page-number-final">
            <a:extLst xmlns:a="http://schemas.openxmlformats.org/drawingml/2006/main">
              <a:ext uri="{FF2B5EF4-FFF2-40B4-BE49-F238E27FC236}">
                <a16:creationId xmlns:a16="http://schemas.microsoft.com/office/drawing/2014/main" id="{F2130E1A-8EC3-422E-AC06-089B31EA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ED84942-99F7-4A6F-97BD-A9CFB753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68" y="5379667"/>
            <a:ext cx="1043188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【本页结论 / 过渡】</a:t>
            </a:r>
          </a:p>
        </p:txBody>
      </p:sp>
      <p:sp>
        <p:nvSpPr>
          <p:cNvPr id="25" name="椭圆 24">
            <a:extLst xmlns:a="http://schemas.openxmlformats.org/drawingml/2006/main">
              <a:ext uri="{FF2B5EF4-FFF2-40B4-BE49-F238E27FC236}">
                <a16:creationId xmlns:a16="http://schemas.microsoft.com/office/drawing/2014/main" id="{20E0FBAE-B300-48D9-A1BC-A0707318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074" y="3077051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3EF905D-977F-4EF3-9C31-74ADE1C4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074" y="3228878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2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29D40B7D-461E-4C7A-94C4-6040819E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2134686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8AEBC18-6F79-40FF-8AB9-00BC69BD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A52E280-1669-45D2-B63E-C7A9C520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66BE18D7-60C4-4F4E-99F7-F94FF939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DB05F72-BD38-45C1-86F6-2A446D6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119E4C71-26F5-44A8-8F5A-A6EC7964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2028825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【维度名称】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【要点一】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【要点二】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【要点三】</a:t>
            </a: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3E6A5212-2F1E-4CDD-B998-EC12E5DD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6E1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【维度名称】</a:t>
            </a:r>
            <a:endParaRPr sz="1875" b="1">
              <a:solidFill>
                <a:srgbClr val="9A594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【要点一】</a:t>
            </a:r>
            <a:endParaRPr sz="1350" b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【要点二】</a:t>
            </a:r>
            <a:endParaRPr sz="1350" b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【要点三】</a:t>
            </a:r>
            <a:endParaRPr sz="1350" b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0FAF8788-5488-439E-9660-BBE8BEC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【维度名称】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【要点一】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【要点二】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【要点三】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C48A0B-1A9D-4C8F-A871-A889407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66214F9D-755F-499B-B2FF-1D14BA67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883013" y="1881664"/>
            <a:ext cx="46049" cy="3456622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5DF38386-8FA2-4763-B996-C06A8FBE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198258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5528914-342F-4341-A8C0-D5C4498C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8E48A3D-AEEA-4497-A2D0-71E0CFE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611A1EB-E03A-4957-BCAA-72173D67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26A6DB-7985-4B47-8D72-0616B000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447728-AEC7-4C6D-84BE-13BF9E7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【分组标题】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2B4D0E0E-9AE2-4D7A-967A-80B2957D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108710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A749881-4B2F-494E-A043-DC027581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1694B5F-DA93-4018-8DEB-3F6DA1E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5D376F1-F061-47E4-A80B-2AB0BA5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4014BE7-479E-418C-AC79-DAD46963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59FF54A-63DC-4B9B-AD69-540FA9E3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4AC90DA-7894-4D22-8D30-1F385EED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4EABCFF-F711-4173-B010-6F1F147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AF8E70-6BCA-4E23-B662-8E3076E0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FBE40D7-CF30-4F09-A56A-507AC80E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BFEB730-7992-45DE-8FF5-64931F1F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6722BE4-5EBB-42A9-AF74-DEEEE772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1D5E13B-42E6-4A65-9512-DFE42548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DB1D393-E985-47DA-A488-45EFF563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EBD66EB-9A27-454F-8D67-236931B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5541B6-56BB-4A8D-BF7A-3474CEBC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EEF0690-D18D-4B7F-B5C2-7040D9C5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FF600AA1-70A5-472C-9616-CF423886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10871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66FA35A-504D-40B7-9AD8-6426098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A61D67E-0DF9-4CD4-8269-1743F8F6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E4318E4-03DA-4B88-98AE-12DF79C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706DA86-2657-4860-858A-C08AD2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F15C473-4917-41F1-99B8-9FEE6AC5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A1F6D67-7651-43A5-99AE-67E5DF6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E45A20E-2AB2-4F73-86F0-EF6C367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EDC401C-EED6-4822-86D4-9776E253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300FB494-0847-4376-9E30-A9D0B4C8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3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87CBF4D-789E-4192-A487-3C1C2385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848650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F2D8473-C09D-4911-9C6D-F1B7BC77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144B8D-E596-4BBE-B97A-8CFA695D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793F6924-77AF-4D60-8AFC-B71FBE6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0CAD71-A994-4C50-A9BE-B2357B78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F880248-9150-48C1-8D31-797B90C0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【导航项】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89AF0B9-F36B-44D3-8002-FFEE8633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【导航项】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1635750-A6EA-4DD4-A3FC-2BFB4AB1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486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【导航项】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1DD514-E203-463A-8672-CB830749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129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【导航项】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4C338EA-4354-44D5-9FED-2C7A0E70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771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【导航项】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590D896-EF32-4BCC-B22B-752D5263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414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06  【导航项】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CD5A46E-96BF-4867-BD4A-C7888937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057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07  【导航项】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089BF12-EE07-490C-AED0-D32B6CDC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【背景与原因】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6B72ED-5F88-478B-A233-F5DD19D1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【背景说明】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graphicFrame>
        <p:nvGraphicFramePr>
          <p:cNvPr id="34" name="表格 33"/>
          <p:cNvGraphicFramePr/>
          <p:nvPr/>
        </p:nvGraphicFramePr>
        <p:xfrm>
          <a:off xmlns:a="http://schemas.openxmlformats.org/drawingml/2006/main" x="4000500" y="2076450"/>
          <a:ext xmlns:a="http://schemas.openxmlformats.org/drawingml/2006/main" cx="767715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124200"/>
                <a:gridCol w="3124200"/>
              </a:tblGrid>
              <a:tr h="342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【表头】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【表头】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【表头】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  <a:endParaRPr sz="1013" b="1">
                        <a:solidFill>
                          <a:schemeClr val="bg1">
                            <a:lumMod val="65000"/>
                          </a:schemeClr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  <a:endParaRPr sz="1013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47625" marB="47625" anchor="ctr">
                    <a:solidFill>
                      <a:srgbClr val="DFE9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  <a:endParaRPr sz="1013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  <a:endParaRPr sz="1013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47625" marB="47625" anchor="ctr">
                    <a:solidFill>
                      <a:srgbClr val="DFE9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20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F2869C7C-531C-40E9-A28B-7F94BB3B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752020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6E95F89-BB86-49CC-A0E0-F956199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360FD1-F6D4-43D4-9A50-A3C2B085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54BDF8CB-F557-45DA-852E-4B01C2E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A11952A-9667-41FF-BC4C-3C6D9024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90F14E5-683A-41A7-9FB4-8DF7E98A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BA7D496-D676-45FA-A688-F1909762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20E1443-C03A-49AA-9314-D81207D2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A5B5441-57E8-4308-86CE-C68996D9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C5E0B28-64AF-40C2-B801-93AA0D96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BF5D2229-E108-4F98-B6A8-46A335F5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300868E-342D-44F5-A679-DA9C3110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4D99904-4379-44E0-93A5-4DE3F429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9C762A96-1EE2-49D0-A641-53C6333D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85162A2-1A5A-40FF-87F1-2756CDD3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C4119DCA-60BC-4FBB-917B-9523F33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7F5949F-1221-45A9-A3AA-CA04C1C3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8848184-2A13-4251-A670-9D295404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9011C35A-6463-448E-8B61-19EB55C4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A530F39-A7B5-482F-A449-58292E2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8A825979-0E50-41B7-AD2B-024F233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896AE87-C8D4-4487-A0D1-D5A05CC3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E20BDBC-F1BC-4547-9B1F-D8AB6354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745EEC7A-9663-4A32-9742-DFDCD6B5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FC0CA5D-10D5-4D16-B29B-7CEF92AE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513FA29F-2ABD-4F68-AFD5-25AB0327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D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E8DA86F-7B63-4F3E-A5C3-89DE06F0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11BA23F-B97A-4207-9188-5FBE445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D889048F-1286-42D9-926B-8A3B139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ED6E293-15BC-4968-B667-EB82B5DC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37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EB7B820C-28C5-4FE7-8AFC-3B09C770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15615356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EC6BDEC-7C75-470E-A2F7-A23FE6BC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5BC6823-6710-4118-9A74-06B541EE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3ECAB4-FC90-44B3-8EB1-70AD5E30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B08254-F7C4-40BA-B51B-65F61933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4186D4-7A67-411E-9668-10D38EA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【导航项】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DB052F8-91D7-4F2E-9705-345B26B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【导航项】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EC1C9A6-2988-4351-BA30-99838900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【导航项】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0394871-FAD3-46E0-B80E-2156F2F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【导航项】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3534319-C2BE-4837-9732-B10137ED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【导航项】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48D4350-7BC0-4359-921B-B6FD062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104BC16-48DF-48AC-A17A-5FA8A8F9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896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A87275E7-7110-4A1B-8646-4948D0FA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6896100" cy="1371600"/>
          </a:xfrm>
          <a:prstGeom xmlns:a="http://schemas.openxmlformats.org/drawingml/2006/main" prst="roundRect">
            <a:avLst>
              <a:gd name="adj" fmla="val 694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FC1368-B78D-405A-9AC9-0AA45B4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7BE0FB7-88E1-4965-B399-E14148A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86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2E147F2-A0B9-4A9C-AE52-14C25918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F2F7B74-6ACD-4B2A-85B2-033C3EA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EB87072A-B723-4924-9B6B-8F494A7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3790950" cy="3276600"/>
          </a:xfrm>
          <a:prstGeom xmlns:a="http://schemas.openxmlformats.org/drawingml/2006/main" prst="roundRect">
            <a:avLst>
              <a:gd name="adj" fmla="val 29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457E6FD-999D-4A01-831D-C7FDB066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0E4A9A-DBE7-446B-AE09-078C564C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DDC64B7-95FF-4D80-9652-54D36702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B664D2D-FE74-405D-A2E5-341C031C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86ECF6AA-7915-4360-891F-764C25CB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BD436A3-3E0B-4B48-85E7-234DF534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C13F289-B5DC-44FE-A5F7-618E6A02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0D1E2B7C-DBB4-442D-87A6-B477D077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DE4A8A-766F-4DD5-8858-B3D903AD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C4340A2-52B9-40BB-A0F0-30B5C4EF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【导航项】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91DC5FF-AA7D-4D65-A642-DB73F09B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【导航项】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970A3F2-3355-49C2-B209-6718E4CD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【导航项】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812039-1B27-4C1E-B676-3ADACBA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【导航项】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9633E-F605-4B41-AC58-8C081BED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【导航项】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368E7BE-36E9-4CFF-B5DC-1EDF5C25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BD2F5B0B-F0C4-4970-96A8-80106D88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04E8D933-AE28-4052-8A97-1AC1AD3C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1856CDD6-AE46-49AB-A5F0-C55ACCE5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CB501A-E01C-4CD0-943F-56AE7B0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09ADEA-04FF-4618-820F-7AB90488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77CA4D-BC7A-4117-B9F7-EF995E8D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078F2A1F-B37B-4862-9232-5DC40EB8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5B1595A-29E9-4C87-A306-603A588C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0CB25BA-D213-421F-8B8E-16961C8A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C8A492D-4C16-4D2B-9192-86F20AA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E89B8B90-85BD-488D-876B-26C7336E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A594D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FDCFDD1-3949-4E17-89E5-98F0201A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AC67D56-BA1B-42BB-9B8F-12D833E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FAFAEC6-6F8B-48B4-B9D5-45C75F4D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2A941D09-943F-430F-8F3B-6EEBD90F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FA73AB8-1BF5-4627-9A90-837D84F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F7761D-4629-4F6B-BE29-1C29D531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7988AC-D109-4293-AF18-B6D254A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BB50C071-3AB4-4834-A65A-8588377F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5238750" cy="1504950"/>
          </a:xfrm>
          <a:prstGeom xmlns:a="http://schemas.openxmlformats.org/drawingml/2006/main" prst="roundRect">
            <a:avLst>
              <a:gd name="adj" fmla="val 63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562DDB9-0376-4453-9C14-76AF48D3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410CB37-36B4-40E4-BAEC-B6D9CC3E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4724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7E7141BD-46C0-4D88-AFE6-13821B6C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5524500" cy="1504950"/>
          </a:xfrm>
          <a:prstGeom xmlns:a="http://schemas.openxmlformats.org/drawingml/2006/main" prst="roundRect">
            <a:avLst>
              <a:gd name="adj" fmla="val 63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4E7460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8512317-38EF-48FC-9204-CF7DBAD2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53693AD-BD5C-4A41-B6FD-3909AAF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95850"/>
            <a:ext cx="501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576CF62-36FF-4B90-AAB4-401EB3E6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37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2383F2C6-E4CD-49A2-A15F-427F9179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87DFC35-8868-449B-BAC1-0925BFA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B5B6E8C-B5A0-44E0-93C9-C197EBB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27A4391E-9D1C-413B-A84C-CF89BF6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72C453A-6864-4390-9E6D-D53528F9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D26993-1F23-4895-881B-1F9F1194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【导航项】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79FEF61-67CF-433A-980B-73FACE5C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【导航项】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67754FC-40E8-4174-B26D-3D0B668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【导航项】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CC87CB7-8EAB-476D-9B84-AB8A02B4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【导航项】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DFDF7E-D61F-41FC-8FB1-45997216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【导航项】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23F6B512-087B-4B2D-A45B-0DAC30A9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524250" cy="3276600"/>
          </a:xfrm>
          <a:prstGeom xmlns:a="http://schemas.openxmlformats.org/drawingml/2006/main" prst="roundRect">
            <a:avLst>
              <a:gd name="adj" fmla="val 29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56082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266D5BE-F1E9-4F40-805D-94100DBE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2B53868-0BE4-4EB9-8902-8D35F0D0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C6B989E-EE8B-492E-899D-A3C387B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D498A85A-BA03-495D-8957-22558AE9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105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E447859-922C-4330-A016-37FCA73A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3105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DB26D353-DCAB-4DF2-A5CC-C5D862CC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90750"/>
            <a:ext cx="3524250" cy="3276600"/>
          </a:xfrm>
          <a:prstGeom xmlns:a="http://schemas.openxmlformats.org/drawingml/2006/main" prst="roundRect">
            <a:avLst>
              <a:gd name="adj" fmla="val 29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A594D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05D2E04-125F-4F6C-A630-31A4873A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E9347CC-486A-4575-846A-4AC48C02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419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0DA8ECC-E709-456A-B8E8-4354BB6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843ED6BB-1DED-4F3E-A54E-5851EDBE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19450"/>
            <a:ext cx="3105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2AEF375-3D9A-462C-8EFB-E9C17B2F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09950"/>
            <a:ext cx="3105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31F9B1B8-940A-441E-BA5A-1C538AAD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524250" cy="3276600"/>
          </a:xfrm>
          <a:prstGeom xmlns:a="http://schemas.openxmlformats.org/drawingml/2006/main" prst="roundRect">
            <a:avLst>
              <a:gd name="adj" fmla="val 29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4E7460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DE8E393-0B93-4ACD-8799-8BDF6936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9E094D0-61AC-491A-8470-11DC6AE0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895129C-C1E3-4C88-8EEF-E9037A3F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  <a:endParaRPr sz="1200" b="1">
              <a:solidFill>
                <a:srgbClr val="4E746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D2F683DE-6039-4B22-8824-F9E5C52C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3105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36C5119-6FBB-4B29-909A-23AF6B84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3105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30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5C9AC6F9-9381-4CBB-A861-FA8B17F3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A527579-3C33-48EA-B1A5-CA08A200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0407E04-0CAB-482A-8C7E-E247D703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DAF20EFD-DFB2-4B43-A23C-4FBDD735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A50D6D9-F2AB-41B3-B8F7-CE3B05DE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DACC55B-8F8C-4B45-A2F6-BC1C758A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【导航项】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7A05B4-FEB4-4E88-A5F1-073A5D0B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【导航项】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DA923FD-E3B0-4B51-9C7B-7BBF7588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【导航项】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98CE175-1C57-4393-ADC9-79D75F12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【导航项】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6A35852-B774-4391-8249-4F59E9DA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 【导航项】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5397A00-F702-4E13-A2A9-7BEE386A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3524250" cy="3905250"/>
          </a:xfrm>
          <a:prstGeom xmlns:a="http://schemas.openxmlformats.org/drawingml/2006/main" prst="roundRect">
            <a:avLst>
              <a:gd name="adj" fmla="val 270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56082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12A7F20-E61A-4E25-97D0-0B25C861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  <a:endParaRPr sz="1500" b="1">
              <a:solidFill>
                <a:srgbClr val="1560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FF7118-4B01-47B7-84B2-80A3A6E4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CCDD68B-E3EF-474E-B2D4-ED64D2A9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5FFA3AF-831D-4C60-A173-6040E73E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1ED6760-7DB5-4D0C-B632-2870992F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7F5414A9-0EE4-49CF-A9E3-93994A4B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3524250" cy="3905250"/>
          </a:xfrm>
          <a:prstGeom xmlns:a="http://schemas.openxmlformats.org/drawingml/2006/main" prst="roundRect">
            <a:avLst>
              <a:gd name="adj" fmla="val 270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A594D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CFE8C7F-7CF3-4DFF-AC32-D74DA63F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24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1A18491-F3FC-4668-844D-496CCD0F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575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1C477D8-250E-4BD3-86A6-446716F0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623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B80DDA-9DF4-4872-A9FB-699EC8FB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481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D607957-F970-436E-A882-7629FB99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1529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ECC60AC-C5E5-4425-AA39-2F9DCD2C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387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CC130A3-9D11-44C0-9E2E-530FD625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1435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9ED9E59E-A107-474B-8481-7D94B893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3524250" cy="3905250"/>
          </a:xfrm>
          <a:prstGeom xmlns:a="http://schemas.openxmlformats.org/drawingml/2006/main" prst="roundRect">
            <a:avLst>
              <a:gd name="adj" fmla="val 270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4E7460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FF599E9-8BF5-41B7-8193-B0B61705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848A821-9B12-4698-9E8D-AB6A0C81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75FAA1B-2065-4386-A979-8BD2B349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82077FB-E62B-42F8-9E92-F0643B4F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7E73D02-8890-4F26-8FFA-C1076608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0EE3EF3-4989-41B8-B750-9770A572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387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8C0DF25-F47B-4117-BB45-0BCE6EBD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35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E639BF6F-623C-48D0-A8D2-F4BAF4CD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9FC50F5-E022-424F-A71B-6DBD465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1386A6-3E7C-43CB-BC96-2C28AD68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2A4142ED-584B-40F2-9E8D-DB98DB67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7BC8F8-9467-4479-8995-76EC5783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AF7743A-1CB7-414F-9892-42D1CB5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【导航项】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D34B399-F223-40B1-B20E-79F6AAE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【导航项】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F9DB83F-0C89-4BA8-87D5-963BFE8A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【导航项】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BEBEB4E-C51B-463F-841B-FF612834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【导航项】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CCD6AC0-E9C0-4232-B727-12AA6DAC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【导航项】</a:t>
            </a:r>
          </a:p>
        </p:txBody>
      </p:sp>
      <p:graphicFrame>
        <p:nvGraphicFramePr>
          <p:cNvPr id="23" name="表格 19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110871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4095750"/>
                <a:gridCol w="5353050"/>
              </a:tblGrid>
              <a:tr h="361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【表头】</a:t>
                      </a: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【表头】</a:t>
                      </a: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【表头】</a:t>
                      </a:r>
                      <a:endParaRPr sz="11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【行标题】</a:t>
                      </a: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【行标题】</a:t>
                      </a: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【行标题】</a:t>
                      </a:r>
                      <a:endParaRPr sz="1088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【行标题】</a:t>
                      </a:r>
                      <a:endParaRPr sz="1088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【行标题】</a:t>
                      </a: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【表格内容】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</a:tbl>
          </a:graphicData>
        </a:graphic>
      </p:graphicFrame>
      <p:sp>
        <p:nvSpPr>
          <p:cNvPr id="13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133A316-44C6-4409-96EB-CB21A71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6409095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322EEE4-C618-41A8-A53D-54845908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6FB7B5B-9824-4B8D-9D46-E189906B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0C760F98-C9F5-45F6-A557-86E84484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D6EF7C0-E3E7-4117-A2EF-0637EA61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A2C9A9-0B65-466A-ACCC-DB8B2998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【导航项】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0989DE-0067-4EA4-B171-29E4009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【导航项】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8851639-36DB-452D-B15D-96D41BAE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【导航项】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DBF924F-CF8B-4891-B636-0CA2D336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【导航项】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79E92B-E296-402B-8814-56920C50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【导航项】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E97BDD2-3107-4415-A591-F95163C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35242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29A1196-FDC6-460C-9E8C-D36E5672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006DA8B-55F4-4407-B69F-47B1818B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01771F4B-D375-4324-9A81-2871BD5A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52650"/>
            <a:ext cx="35242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706129-115D-4496-BFA2-27AC3DF0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812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1A697AB-8BCC-42BA-808B-FF07D725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5750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2CB62B4A-8AED-4C49-BF8B-2681A831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35242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D671D55-9F76-4987-B16E-D0D31D41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B781663-A4BD-4378-B264-5071B22E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5C84BF9-E6A3-4A50-B74F-DEE641D5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68D0F76-1C91-4DE2-BDE6-5489531F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5219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1FA36CB-A4A3-4587-83AB-2EAAF923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0264F20-5822-410B-A35B-DDEE76C7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314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2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5B2425E6-7E71-450C-BF8B-2B6251C5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735FC6-5DDA-4E04-B07C-810CA96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【导航项】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1461E-002A-4CCB-9181-77DFB78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【导航项】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96AF7-10F4-4801-BB2D-3BA30FE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【导航项】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7B0E6A-7F43-4BBA-87F1-30783C1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【导航项】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ADDADD-57A2-4402-8DC0-D338D0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【导航项】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B3284CA-E44C-42CF-9A8C-28113E3B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61C464E-9165-40BE-83EE-C086CFBA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25CBC4AA-17B1-4B8F-B609-6F2D819C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EA8D7C58-D3A7-4B56-8A41-56F83B77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A418BCB3-DAEE-40AA-A7D7-DF25517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3758BCE4-25E1-4574-BF7B-C3C9D6ED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594D"/>
            </a:solidFill>
            <a:prstDash val="solid"/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A25E9F27-8A2E-4980-BDED-BAD23DF6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9054221-A808-4072-91FD-A49D0B29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8FF94E7-EB85-4535-B58E-5C800214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F753490-8302-4014-B375-2778DF93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  <a:endParaRPr sz="1088" b="1">
              <a:solidFill>
                <a:srgbClr val="5C68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A1990323-1349-480D-A8D8-D3981CD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C37E779-731E-4F15-B173-AFBBB8C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3F8AA5B-CA9B-488C-8314-FCD25B8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4C8CD22-884D-4422-9CD3-22808649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EE2AD78F-C869-40D3-92EB-FD548129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2EF10EC-E19A-4131-BC3C-6CA4CCD3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EF11FFD-8942-4111-BFC7-EA815A8B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CF067B6-09C1-4D10-B938-96239731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A383185F-0C8E-49AB-AE09-862F1F7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79E64A9-524D-4E3C-955C-525766B3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F7E142C-1BBF-43E7-8914-1628A79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C561196-E899-4F6A-A535-D0F36ED4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5B22583B-A1AD-4C6A-AB3A-D0EB4F3E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8BCD798-F693-4FCD-8AED-41D01E43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FA79FEA-A851-4740-AB9E-464DCA9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1198E15-152C-4DAD-A0E7-159025A5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7CCF455D-3996-4F16-8AB6-F5CE8CB6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B9DC9CC-E1E9-462D-898A-3A1CCE3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651BCD5-FE60-45B5-9348-B3A707A0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90BCF45-EBD3-4482-8C6A-7873A6CF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40" name="矩形: 圆角 39">
            <a:extLst xmlns:a="http://schemas.openxmlformats.org/drawingml/2006/main">
              <a:ext uri="{FF2B5EF4-FFF2-40B4-BE49-F238E27FC236}">
                <a16:creationId xmlns:a16="http://schemas.microsoft.com/office/drawing/2014/main" id="{6260218D-AF33-4AE0-B835-D69E76C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7B28F648-A6A2-4CEC-84D4-36E26B07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2C34E5A-29D3-451F-9B37-AC73A857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3BEC4E7-0961-4528-9CE5-A3E869BA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44" name="矩形: 圆角 43">
            <a:extLst xmlns:a="http://schemas.openxmlformats.org/drawingml/2006/main">
              <a:ext uri="{FF2B5EF4-FFF2-40B4-BE49-F238E27FC236}">
                <a16:creationId xmlns:a16="http://schemas.microsoft.com/office/drawing/2014/main" id="{95F1C812-EAF0-4E3F-AE85-B3794DD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11029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204FBEA4-D32C-481E-BFD6-C3ABC86B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3FA566C0-6C11-4D8B-822C-64677132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【简短说明】</a:t>
            </a:r>
          </a:p>
        </p:txBody>
      </p:sp>
      <p:sp>
        <p:nvSpPr>
          <p:cNvPr id="49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7D03F808-D68C-471E-A4C1-503D8760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14200683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735FC6-5DDA-4E04-B07C-810CA96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【导航项】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1461E-002A-4CCB-9181-77DFB78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【导航项】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96AF7-10F4-4801-BB2D-3BA30FE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【导航项】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7B0E6A-7F43-4BBA-87F1-30783C1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【导航项】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ADDADD-57A2-4402-8DC0-D338D0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【导航项】</a:t>
            </a:r>
          </a:p>
        </p:txBody>
      </p:sp>
      <p:sp>
        <p:nvSpPr>
          <p:cNvPr id="50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A8515AE-0FAB-4A44-88C7-8D863495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1543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DC23EC-6BC3-4FA6-8CCA-0335B88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7200"/>
            <a:ext cx="1854200" cy="185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6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9efc8fe3e4f59"/>
          <a:stretch xmlns:a="http://schemas.openxmlformats.org/drawingml/2006/main"/>
        </p:blipFill>
        <p:spPr>
          <a:xfrm xmlns:a="http://schemas.openxmlformats.org/drawingml/2006/main">
            <a:off x="2000250" y="21717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53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B8B793C1-6BF1-482E-A454-E86C4E04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71700"/>
            <a:ext cx="8191500" cy="3886200"/>
          </a:xfrm>
          <a:prstGeom xmlns:a="http://schemas.openxmlformats.org/drawingml/2006/main" prst="roundRect">
            <a:avLst>
              <a:gd name="adj" fmla="val 2451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14288">
            <a:solidFill>
              <a:srgbClr val="9EAFBC"/>
            </a:solidFill>
            <a:prstDash val="dash"/>
          </a:ln>
        </p:spPr>
        <p:txBody>
          <a:bodyPr xmlns:a="http://schemas.openxmlformats.org/drawingml/2006/main" wrap="square" lIns="285750" tIns="190500" rIns="285750" bIns="1905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【主视觉 / 图片 / 图表占位区】</a:t>
            </a:r>
          </a:p>
          <a:p xmlns:a="http://schemas.openxmlformats.org/drawingml/2006/main">
            <a:pPr algn="ctr">
              <a:defRPr sz="1650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【图注】</a:t>
            </a:r>
          </a:p>
        </p:txBody>
      </p:sp>
      <p:sp>
        <p:nvSpPr>
          <p:cNvPr id="5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96549CDC-E876-48AA-B1D8-3B9957E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27715709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A82882E-8D75-4D15-922B-EB29B9C3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【章节标签】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744B59E-8D57-481B-820B-024B2104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【页面标题】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F34A55B6-CF93-4721-9BAC-5B2536B3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E0CBAE6-087F-49B1-97FA-5320D112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0BC0C8-FBCD-4FD2-A330-0297BC0A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【导航项】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33EBD0B-6443-4E43-85A0-88A2C4F8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【导航项】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BD4DE9-3A57-49B5-82BD-38BE455F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【导航项】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E81134D-A3A6-4399-845D-576C2B32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 【导航项】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7B87ABE-B85F-415D-8823-901BF462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【导航项】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7D01647-EA51-4BBA-B177-A54BD37C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562A583-1838-4658-ABE7-46395DA2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57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DF40FBF-FC87-491A-83EE-BCE525F8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A98DC1D9-1AC0-4C96-9A1D-FE374001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10871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88D81F5-8899-497C-8EEC-51C819F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5447CF-5D01-4F25-98AA-E2B23354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955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2493C27-AFC5-44BD-8887-66565314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58B2C7D2-D981-47AF-9EC4-017309BC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10871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B8C47B2-5767-46B3-B7E3-ED574ED3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92B7C2B-736F-43BB-AE06-7D7446CB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9570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CBEEC4-A772-4E82-B32F-EC576599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C88354BA-0948-4C32-9083-E1332D53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110871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0F1D7E1-6950-4865-B5AD-70A39E16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【要点标题】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7E7D79B-A1DB-476B-8916-568270A1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958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5765FBE-FC69-4360-AFF4-8A6F0FD4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958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【内容说明】</a:t>
            </a:r>
          </a:p>
        </p:txBody>
      </p:sp>
      <p:sp>
        <p:nvSpPr>
          <p:cNvPr id="30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BD7C90E-06B3-45D1-B624-F3124B4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【来源文件 / 作者 / 章节 / 页码或链接】</a:t>
            </a:r>
          </a:p>
        </p:txBody>
      </p:sp>
    </p:spTree>
    <p:extLst>
      <p:ext uri="{BB962C8B-B14F-4D97-AF65-F5344CB8AC3E}">
        <p14:creationId xmlns:p14="http://schemas.microsoft.com/office/powerpoint/2010/main" val="1490605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2026-08-11T05:45:23.6520000Z</dcterms:created>
  <dcterms:modified xsi:type="dcterms:W3CDTF">2026-08-11T05:45:23.6520000Z</dcterms:modified>
</coreProperties>
</file>